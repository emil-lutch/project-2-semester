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47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112" d="100"/>
          <a:sy n="112" d="100"/>
        </p:scale>
        <p:origin x="552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diagrams/_rels/data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svg"/><Relationship Id="rId1" Type="http://schemas.openxmlformats.org/officeDocument/2006/relationships/image" Target="../media/image1.png"/><Relationship Id="rId6" Type="http://schemas.openxmlformats.org/officeDocument/2006/relationships/image" Target="../media/image6.svg"/><Relationship Id="rId5" Type="http://schemas.openxmlformats.org/officeDocument/2006/relationships/image" Target="../media/image5.png"/><Relationship Id="rId4" Type="http://schemas.openxmlformats.org/officeDocument/2006/relationships/image" Target="../media/image4.svg"/></Relationships>
</file>

<file path=ppt/diagrams/_rels/drawing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svg"/><Relationship Id="rId1" Type="http://schemas.openxmlformats.org/officeDocument/2006/relationships/image" Target="../media/image1.png"/><Relationship Id="rId6" Type="http://schemas.openxmlformats.org/officeDocument/2006/relationships/image" Target="../media/image6.svg"/><Relationship Id="rId5" Type="http://schemas.openxmlformats.org/officeDocument/2006/relationships/image" Target="../media/image5.png"/><Relationship Id="rId4" Type="http://schemas.openxmlformats.org/officeDocument/2006/relationships/image" Target="../media/image4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18/5/colors/Iconchunking_neutralicontext_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>
      <a:schemeClr val="accent2"/>
      <a:schemeClr val="accent3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bg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6FC518B3-87F0-4C72-B2B5-8256CC4CA1F9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icontext_colorful2" csCatId="colorful" phldr="1"/>
      <dgm:spPr/>
      <dgm:t>
        <a:bodyPr/>
        <a:lstStyle/>
        <a:p>
          <a:endParaRPr lang="en-US"/>
        </a:p>
      </dgm:t>
    </dgm:pt>
    <dgm:pt modelId="{CD0883F4-5EEB-4527-9045-30A213C88EC7}">
      <dgm:prSet/>
      <dgm:spPr/>
      <dgm:t>
        <a:bodyPr/>
        <a:lstStyle/>
        <a:p>
          <a:r>
            <a:rPr lang="ru-RU"/>
            <a:t>Создание списка всех контактов</a:t>
          </a:r>
          <a:endParaRPr lang="en-US"/>
        </a:p>
      </dgm:t>
    </dgm:pt>
    <dgm:pt modelId="{94CC069B-7F73-4B6A-8200-F8FE929BEBE9}" type="parTrans" cxnId="{ED204537-3661-40C9-82CD-9D6967E79967}">
      <dgm:prSet/>
      <dgm:spPr/>
      <dgm:t>
        <a:bodyPr/>
        <a:lstStyle/>
        <a:p>
          <a:endParaRPr lang="en-US"/>
        </a:p>
      </dgm:t>
    </dgm:pt>
    <dgm:pt modelId="{8A91C946-2664-4F25-B330-3A938A277C69}" type="sibTrans" cxnId="{ED204537-3661-40C9-82CD-9D6967E79967}">
      <dgm:prSet/>
      <dgm:spPr/>
      <dgm:t>
        <a:bodyPr/>
        <a:lstStyle/>
        <a:p>
          <a:endParaRPr lang="en-US"/>
        </a:p>
      </dgm:t>
    </dgm:pt>
    <dgm:pt modelId="{F0AFE336-C31E-404C-8154-F6BCC51C8A00}">
      <dgm:prSet/>
      <dgm:spPr/>
      <dgm:t>
        <a:bodyPr/>
        <a:lstStyle/>
        <a:p>
          <a:r>
            <a:rPr lang="ru-RU" dirty="0"/>
            <a:t>Легкий доступ к информации</a:t>
          </a:r>
          <a:endParaRPr lang="en-US" dirty="0"/>
        </a:p>
      </dgm:t>
    </dgm:pt>
    <dgm:pt modelId="{864B97ED-EEF9-44F9-93C0-0C64614A3501}" type="parTrans" cxnId="{8249DCC6-755E-4BB1-80AC-FB8CEE245927}">
      <dgm:prSet/>
      <dgm:spPr/>
      <dgm:t>
        <a:bodyPr/>
        <a:lstStyle/>
        <a:p>
          <a:endParaRPr lang="en-US"/>
        </a:p>
      </dgm:t>
    </dgm:pt>
    <dgm:pt modelId="{E24037E7-2730-42BC-998B-FC2702A9CE75}" type="sibTrans" cxnId="{8249DCC6-755E-4BB1-80AC-FB8CEE245927}">
      <dgm:prSet/>
      <dgm:spPr/>
      <dgm:t>
        <a:bodyPr/>
        <a:lstStyle/>
        <a:p>
          <a:endParaRPr lang="en-US"/>
        </a:p>
      </dgm:t>
    </dgm:pt>
    <dgm:pt modelId="{2CBCB8A6-2158-450B-BF3A-C16551B59616}">
      <dgm:prSet/>
      <dgm:spPr/>
      <dgm:t>
        <a:bodyPr/>
        <a:lstStyle/>
        <a:p>
          <a:r>
            <a:rPr lang="ru-RU" dirty="0"/>
            <a:t>Редактирование списка</a:t>
          </a:r>
          <a:endParaRPr lang="en-US" dirty="0"/>
        </a:p>
      </dgm:t>
    </dgm:pt>
    <dgm:pt modelId="{848FDAB2-34CD-4CC7-922D-4A5132414786}" type="parTrans" cxnId="{DED786D1-B608-4EFF-8BBA-C5C6AE1BD71A}">
      <dgm:prSet/>
      <dgm:spPr/>
      <dgm:t>
        <a:bodyPr/>
        <a:lstStyle/>
        <a:p>
          <a:endParaRPr lang="en-US"/>
        </a:p>
      </dgm:t>
    </dgm:pt>
    <dgm:pt modelId="{DBE22039-48DE-414C-BC1B-79FCD9E75F72}" type="sibTrans" cxnId="{DED786D1-B608-4EFF-8BBA-C5C6AE1BD71A}">
      <dgm:prSet/>
      <dgm:spPr/>
      <dgm:t>
        <a:bodyPr/>
        <a:lstStyle/>
        <a:p>
          <a:endParaRPr lang="en-US"/>
        </a:p>
      </dgm:t>
    </dgm:pt>
    <dgm:pt modelId="{286432C5-4A38-42E2-9A33-6C8F64296D40}" type="pres">
      <dgm:prSet presAssocID="{6FC518B3-87F0-4C72-B2B5-8256CC4CA1F9}" presName="root" presStyleCnt="0">
        <dgm:presLayoutVars>
          <dgm:dir/>
          <dgm:resizeHandles val="exact"/>
        </dgm:presLayoutVars>
      </dgm:prSet>
      <dgm:spPr/>
    </dgm:pt>
    <dgm:pt modelId="{8D3095AB-F1ED-484A-A47E-225365B95B3D}" type="pres">
      <dgm:prSet presAssocID="{CD0883F4-5EEB-4527-9045-30A213C88EC7}" presName="compNode" presStyleCnt="0"/>
      <dgm:spPr/>
    </dgm:pt>
    <dgm:pt modelId="{D237F6CC-4CB6-4B15-90C0-91B8AB5A2ADC}" type="pres">
      <dgm:prSet presAssocID="{CD0883F4-5EEB-4527-9045-30A213C88EC7}" presName="bgRect" presStyleLbl="bgShp" presStyleIdx="0" presStyleCnt="3"/>
      <dgm:spPr>
        <a:solidFill>
          <a:schemeClr val="tx1">
            <a:lumMod val="50000"/>
            <a:lumOff val="50000"/>
          </a:schemeClr>
        </a:solidFill>
      </dgm:spPr>
    </dgm:pt>
    <dgm:pt modelId="{517B668B-6CF7-48A2-85D7-0BCADA942516}" type="pres">
      <dgm:prSet presAssocID="{CD0883F4-5EEB-4527-9045-30A213C88EC7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Пользователи"/>
        </a:ext>
      </dgm:extLst>
    </dgm:pt>
    <dgm:pt modelId="{74BC5C67-75B3-45B3-9799-B7FA90DEB29A}" type="pres">
      <dgm:prSet presAssocID="{CD0883F4-5EEB-4527-9045-30A213C88EC7}" presName="spaceRect" presStyleCnt="0"/>
      <dgm:spPr/>
    </dgm:pt>
    <dgm:pt modelId="{50AB1BD0-41D1-4155-973C-3659A7B519D6}" type="pres">
      <dgm:prSet presAssocID="{CD0883F4-5EEB-4527-9045-30A213C88EC7}" presName="parTx" presStyleLbl="revTx" presStyleIdx="0" presStyleCnt="3">
        <dgm:presLayoutVars>
          <dgm:chMax val="0"/>
          <dgm:chPref val="0"/>
        </dgm:presLayoutVars>
      </dgm:prSet>
      <dgm:spPr/>
    </dgm:pt>
    <dgm:pt modelId="{BFA8531D-188C-4D34-B039-D51C991F3F29}" type="pres">
      <dgm:prSet presAssocID="{8A91C946-2664-4F25-B330-3A938A277C69}" presName="sibTrans" presStyleCnt="0"/>
      <dgm:spPr/>
    </dgm:pt>
    <dgm:pt modelId="{FD514293-86D7-4A9D-B08A-68EA27DEA007}" type="pres">
      <dgm:prSet presAssocID="{F0AFE336-C31E-404C-8154-F6BCC51C8A00}" presName="compNode" presStyleCnt="0"/>
      <dgm:spPr/>
    </dgm:pt>
    <dgm:pt modelId="{7CE78D02-422E-4032-A60F-6930BF7ADDC5}" type="pres">
      <dgm:prSet presAssocID="{F0AFE336-C31E-404C-8154-F6BCC51C8A00}" presName="bgRect" presStyleLbl="bgShp" presStyleIdx="1" presStyleCnt="3"/>
      <dgm:spPr>
        <a:solidFill>
          <a:schemeClr val="tx1">
            <a:lumMod val="65000"/>
            <a:lumOff val="35000"/>
          </a:schemeClr>
        </a:solidFill>
      </dgm:spPr>
    </dgm:pt>
    <dgm:pt modelId="{ED2CED93-9DC2-4054-882E-24FA47B8C32C}" type="pres">
      <dgm:prSet presAssocID="{F0AFE336-C31E-404C-8154-F6BCC51C8A00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Флажок"/>
        </a:ext>
      </dgm:extLst>
    </dgm:pt>
    <dgm:pt modelId="{8AAE3F58-8D8A-4D09-8FA1-FB789EA37468}" type="pres">
      <dgm:prSet presAssocID="{F0AFE336-C31E-404C-8154-F6BCC51C8A00}" presName="spaceRect" presStyleCnt="0"/>
      <dgm:spPr/>
    </dgm:pt>
    <dgm:pt modelId="{79D0F6D6-669F-4EDD-ACB5-94795374C9B1}" type="pres">
      <dgm:prSet presAssocID="{F0AFE336-C31E-404C-8154-F6BCC51C8A00}" presName="parTx" presStyleLbl="revTx" presStyleIdx="1" presStyleCnt="3">
        <dgm:presLayoutVars>
          <dgm:chMax val="0"/>
          <dgm:chPref val="0"/>
        </dgm:presLayoutVars>
      </dgm:prSet>
      <dgm:spPr/>
    </dgm:pt>
    <dgm:pt modelId="{322802CB-C17F-4048-9F4B-F98AA4DE5F18}" type="pres">
      <dgm:prSet presAssocID="{E24037E7-2730-42BC-998B-FC2702A9CE75}" presName="sibTrans" presStyleCnt="0"/>
      <dgm:spPr/>
    </dgm:pt>
    <dgm:pt modelId="{7A7FD1DE-ACBE-43B8-BA99-B6652922E116}" type="pres">
      <dgm:prSet presAssocID="{2CBCB8A6-2158-450B-BF3A-C16551B59616}" presName="compNode" presStyleCnt="0"/>
      <dgm:spPr/>
    </dgm:pt>
    <dgm:pt modelId="{BFDD9CB5-04D0-4971-A195-AF66FFD411C6}" type="pres">
      <dgm:prSet presAssocID="{2CBCB8A6-2158-450B-BF3A-C16551B59616}" presName="bgRect" presStyleLbl="bgShp" presStyleIdx="2" presStyleCnt="3"/>
      <dgm:spPr>
        <a:solidFill>
          <a:schemeClr val="tx1">
            <a:lumMod val="75000"/>
            <a:lumOff val="25000"/>
          </a:schemeClr>
        </a:solidFill>
      </dgm:spPr>
    </dgm:pt>
    <dgm:pt modelId="{8500C91D-6903-43D6-BFEB-68169A49DB4C}" type="pres">
      <dgm:prSet presAssocID="{2CBCB8A6-2158-450B-BF3A-C16551B59616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Карандаш"/>
        </a:ext>
      </dgm:extLst>
    </dgm:pt>
    <dgm:pt modelId="{B1BAB1E6-7BF0-4489-BF59-37C7376D6B7A}" type="pres">
      <dgm:prSet presAssocID="{2CBCB8A6-2158-450B-BF3A-C16551B59616}" presName="spaceRect" presStyleCnt="0"/>
      <dgm:spPr/>
    </dgm:pt>
    <dgm:pt modelId="{4F0C1171-E93B-4354-B07A-10E3B8C0DB8E}" type="pres">
      <dgm:prSet presAssocID="{2CBCB8A6-2158-450B-BF3A-C16551B59616}" presName="parTx" presStyleLbl="revTx" presStyleIdx="2" presStyleCnt="3">
        <dgm:presLayoutVars>
          <dgm:chMax val="0"/>
          <dgm:chPref val="0"/>
        </dgm:presLayoutVars>
      </dgm:prSet>
      <dgm:spPr/>
    </dgm:pt>
  </dgm:ptLst>
  <dgm:cxnLst>
    <dgm:cxn modelId="{45B0892E-A402-4D7D-AC1B-436AF953CAD6}" type="presOf" srcId="{6FC518B3-87F0-4C72-B2B5-8256CC4CA1F9}" destId="{286432C5-4A38-42E2-9A33-6C8F64296D40}" srcOrd="0" destOrd="0" presId="urn:microsoft.com/office/officeart/2018/2/layout/IconVerticalSolidList"/>
    <dgm:cxn modelId="{ED204537-3661-40C9-82CD-9D6967E79967}" srcId="{6FC518B3-87F0-4C72-B2B5-8256CC4CA1F9}" destId="{CD0883F4-5EEB-4527-9045-30A213C88EC7}" srcOrd="0" destOrd="0" parTransId="{94CC069B-7F73-4B6A-8200-F8FE929BEBE9}" sibTransId="{8A91C946-2664-4F25-B330-3A938A277C69}"/>
    <dgm:cxn modelId="{EC96E84A-8571-453D-84A6-617F0D3EB166}" type="presOf" srcId="{F0AFE336-C31E-404C-8154-F6BCC51C8A00}" destId="{79D0F6D6-669F-4EDD-ACB5-94795374C9B1}" srcOrd="0" destOrd="0" presId="urn:microsoft.com/office/officeart/2018/2/layout/IconVerticalSolidList"/>
    <dgm:cxn modelId="{5B7DC875-3B6E-4681-A30C-4D8EFE76F67F}" type="presOf" srcId="{CD0883F4-5EEB-4527-9045-30A213C88EC7}" destId="{50AB1BD0-41D1-4155-973C-3659A7B519D6}" srcOrd="0" destOrd="0" presId="urn:microsoft.com/office/officeart/2018/2/layout/IconVerticalSolidList"/>
    <dgm:cxn modelId="{4F92B4BE-ECD2-4F5B-851D-80494B79E3B7}" type="presOf" srcId="{2CBCB8A6-2158-450B-BF3A-C16551B59616}" destId="{4F0C1171-E93B-4354-B07A-10E3B8C0DB8E}" srcOrd="0" destOrd="0" presId="urn:microsoft.com/office/officeart/2018/2/layout/IconVerticalSolidList"/>
    <dgm:cxn modelId="{8249DCC6-755E-4BB1-80AC-FB8CEE245927}" srcId="{6FC518B3-87F0-4C72-B2B5-8256CC4CA1F9}" destId="{F0AFE336-C31E-404C-8154-F6BCC51C8A00}" srcOrd="1" destOrd="0" parTransId="{864B97ED-EEF9-44F9-93C0-0C64614A3501}" sibTransId="{E24037E7-2730-42BC-998B-FC2702A9CE75}"/>
    <dgm:cxn modelId="{DED786D1-B608-4EFF-8BBA-C5C6AE1BD71A}" srcId="{6FC518B3-87F0-4C72-B2B5-8256CC4CA1F9}" destId="{2CBCB8A6-2158-450B-BF3A-C16551B59616}" srcOrd="2" destOrd="0" parTransId="{848FDAB2-34CD-4CC7-922D-4A5132414786}" sibTransId="{DBE22039-48DE-414C-BC1B-79FCD9E75F72}"/>
    <dgm:cxn modelId="{7CC37DB0-2563-4DA5-8CA8-3FF4486B523A}" type="presParOf" srcId="{286432C5-4A38-42E2-9A33-6C8F64296D40}" destId="{8D3095AB-F1ED-484A-A47E-225365B95B3D}" srcOrd="0" destOrd="0" presId="urn:microsoft.com/office/officeart/2018/2/layout/IconVerticalSolidList"/>
    <dgm:cxn modelId="{CE16C539-E9E9-47B0-98A3-8DEB95A3FD47}" type="presParOf" srcId="{8D3095AB-F1ED-484A-A47E-225365B95B3D}" destId="{D237F6CC-4CB6-4B15-90C0-91B8AB5A2ADC}" srcOrd="0" destOrd="0" presId="urn:microsoft.com/office/officeart/2018/2/layout/IconVerticalSolidList"/>
    <dgm:cxn modelId="{80CF7663-EAF8-4B90-88CD-24329DE7F5C9}" type="presParOf" srcId="{8D3095AB-F1ED-484A-A47E-225365B95B3D}" destId="{517B668B-6CF7-48A2-85D7-0BCADA942516}" srcOrd="1" destOrd="0" presId="urn:microsoft.com/office/officeart/2018/2/layout/IconVerticalSolidList"/>
    <dgm:cxn modelId="{9B2262AD-7140-4C01-A56F-FCC28A2278F8}" type="presParOf" srcId="{8D3095AB-F1ED-484A-A47E-225365B95B3D}" destId="{74BC5C67-75B3-45B3-9799-B7FA90DEB29A}" srcOrd="2" destOrd="0" presId="urn:microsoft.com/office/officeart/2018/2/layout/IconVerticalSolidList"/>
    <dgm:cxn modelId="{DE1D8652-8DAF-482F-BC62-4AFA4496C8AD}" type="presParOf" srcId="{8D3095AB-F1ED-484A-A47E-225365B95B3D}" destId="{50AB1BD0-41D1-4155-973C-3659A7B519D6}" srcOrd="3" destOrd="0" presId="urn:microsoft.com/office/officeart/2018/2/layout/IconVerticalSolidList"/>
    <dgm:cxn modelId="{AE5A7133-A8C9-456A-B59D-773F816A5072}" type="presParOf" srcId="{286432C5-4A38-42E2-9A33-6C8F64296D40}" destId="{BFA8531D-188C-4D34-B039-D51C991F3F29}" srcOrd="1" destOrd="0" presId="urn:microsoft.com/office/officeart/2018/2/layout/IconVerticalSolidList"/>
    <dgm:cxn modelId="{09D9077B-A8C0-490D-8B5A-8883D7036700}" type="presParOf" srcId="{286432C5-4A38-42E2-9A33-6C8F64296D40}" destId="{FD514293-86D7-4A9D-B08A-68EA27DEA007}" srcOrd="2" destOrd="0" presId="urn:microsoft.com/office/officeart/2018/2/layout/IconVerticalSolidList"/>
    <dgm:cxn modelId="{EC8CCFF2-129B-45EA-976A-DCF9C7E5DAFC}" type="presParOf" srcId="{FD514293-86D7-4A9D-B08A-68EA27DEA007}" destId="{7CE78D02-422E-4032-A60F-6930BF7ADDC5}" srcOrd="0" destOrd="0" presId="urn:microsoft.com/office/officeart/2018/2/layout/IconVerticalSolidList"/>
    <dgm:cxn modelId="{291A4A94-CCEA-42D5-85F3-5D492C0BB97B}" type="presParOf" srcId="{FD514293-86D7-4A9D-B08A-68EA27DEA007}" destId="{ED2CED93-9DC2-4054-882E-24FA47B8C32C}" srcOrd="1" destOrd="0" presId="urn:microsoft.com/office/officeart/2018/2/layout/IconVerticalSolidList"/>
    <dgm:cxn modelId="{9EA08F71-8160-4085-A5E6-EA5D1EE09311}" type="presParOf" srcId="{FD514293-86D7-4A9D-B08A-68EA27DEA007}" destId="{8AAE3F58-8D8A-4D09-8FA1-FB789EA37468}" srcOrd="2" destOrd="0" presId="urn:microsoft.com/office/officeart/2018/2/layout/IconVerticalSolidList"/>
    <dgm:cxn modelId="{2404EAD3-6AC4-4A32-BE3C-ABE32C53D035}" type="presParOf" srcId="{FD514293-86D7-4A9D-B08A-68EA27DEA007}" destId="{79D0F6D6-669F-4EDD-ACB5-94795374C9B1}" srcOrd="3" destOrd="0" presId="urn:microsoft.com/office/officeart/2018/2/layout/IconVerticalSolidList"/>
    <dgm:cxn modelId="{31063B26-DE06-4423-A1DD-6E69F0CF2F1B}" type="presParOf" srcId="{286432C5-4A38-42E2-9A33-6C8F64296D40}" destId="{322802CB-C17F-4048-9F4B-F98AA4DE5F18}" srcOrd="3" destOrd="0" presId="urn:microsoft.com/office/officeart/2018/2/layout/IconVerticalSolidList"/>
    <dgm:cxn modelId="{51154192-F1DF-47E4-8198-50F28B0292BF}" type="presParOf" srcId="{286432C5-4A38-42E2-9A33-6C8F64296D40}" destId="{7A7FD1DE-ACBE-43B8-BA99-B6652922E116}" srcOrd="4" destOrd="0" presId="urn:microsoft.com/office/officeart/2018/2/layout/IconVerticalSolidList"/>
    <dgm:cxn modelId="{E5C77CA3-76BF-4208-8F38-E7549B1AE2AA}" type="presParOf" srcId="{7A7FD1DE-ACBE-43B8-BA99-B6652922E116}" destId="{BFDD9CB5-04D0-4971-A195-AF66FFD411C6}" srcOrd="0" destOrd="0" presId="urn:microsoft.com/office/officeart/2018/2/layout/IconVerticalSolidList"/>
    <dgm:cxn modelId="{6B93725A-A449-475E-A866-475B9A3D6747}" type="presParOf" srcId="{7A7FD1DE-ACBE-43B8-BA99-B6652922E116}" destId="{8500C91D-6903-43D6-BFEB-68169A49DB4C}" srcOrd="1" destOrd="0" presId="urn:microsoft.com/office/officeart/2018/2/layout/IconVerticalSolidList"/>
    <dgm:cxn modelId="{A44D4847-2386-4DA9-B6D3-0F44173CDD19}" type="presParOf" srcId="{7A7FD1DE-ACBE-43B8-BA99-B6652922E116}" destId="{B1BAB1E6-7BF0-4489-BF59-37C7376D6B7A}" srcOrd="2" destOrd="0" presId="urn:microsoft.com/office/officeart/2018/2/layout/IconVerticalSolidList"/>
    <dgm:cxn modelId="{99DF732C-B987-4C15-A6E8-25D5DEF0097B}" type="presParOf" srcId="{7A7FD1DE-ACBE-43B8-BA99-B6652922E116}" destId="{4F0C1171-E93B-4354-B07A-10E3B8C0DB8E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CBB3C07B-9D11-4586-A3DB-E0D047E58947}" type="doc">
      <dgm:prSet loTypeId="urn:microsoft.com/office/officeart/2005/8/layout/vList2" loCatId="list" qsTypeId="urn:microsoft.com/office/officeart/2005/8/quickstyle/simple4" qsCatId="simple" csTypeId="urn:microsoft.com/office/officeart/2005/8/colors/colorful5" csCatId="colorful" phldr="1"/>
      <dgm:spPr/>
      <dgm:t>
        <a:bodyPr/>
        <a:lstStyle/>
        <a:p>
          <a:endParaRPr lang="en-US"/>
        </a:p>
      </dgm:t>
    </dgm:pt>
    <dgm:pt modelId="{C75471ED-0A2E-4132-8A0B-C71FC4A3D976}">
      <dgm:prSet phldrT="[Текст]"/>
      <dgm:spPr>
        <a:gradFill rotWithShape="0">
          <a:gsLst>
            <a:gs pos="100000">
              <a:schemeClr val="tx1">
                <a:lumMod val="50000"/>
                <a:lumOff val="50000"/>
              </a:schemeClr>
            </a:gs>
            <a:gs pos="100000">
              <a:schemeClr val="accent5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</a:gradFill>
      </dgm:spPr>
      <dgm:t>
        <a:bodyPr/>
        <a:lstStyle/>
        <a:p>
          <a:r>
            <a:rPr lang="ru-RU" dirty="0"/>
            <a:t>Класс </a:t>
          </a:r>
          <a:r>
            <a:rPr lang="en-US" dirty="0"/>
            <a:t>Contact</a:t>
          </a:r>
          <a:endParaRPr lang="ru-RU" dirty="0"/>
        </a:p>
      </dgm:t>
    </dgm:pt>
    <dgm:pt modelId="{82A52358-2BBB-4A01-B6F4-E0DF8AD7C1C7}" type="parTrans" cxnId="{6B1379E3-9710-447A-BF04-6A886DC17DE7}">
      <dgm:prSet/>
      <dgm:spPr/>
      <dgm:t>
        <a:bodyPr/>
        <a:lstStyle/>
        <a:p>
          <a:endParaRPr lang="ru-RU"/>
        </a:p>
      </dgm:t>
    </dgm:pt>
    <dgm:pt modelId="{8CB3B0B0-487A-4FE1-8968-EBE0FCBC77CA}" type="sibTrans" cxnId="{6B1379E3-9710-447A-BF04-6A886DC17DE7}">
      <dgm:prSet/>
      <dgm:spPr/>
      <dgm:t>
        <a:bodyPr/>
        <a:lstStyle/>
        <a:p>
          <a:endParaRPr lang="ru-RU"/>
        </a:p>
      </dgm:t>
    </dgm:pt>
    <dgm:pt modelId="{2DF4FBD1-D728-4215-BDB0-DA9FB4EDF6A7}">
      <dgm:prSet phldrT="[Текст]"/>
      <dgm:spPr/>
      <dgm:t>
        <a:bodyPr/>
        <a:lstStyle/>
        <a:p>
          <a:r>
            <a:rPr lang="ru-RU" dirty="0"/>
            <a:t>Принимает данные контакта</a:t>
          </a:r>
        </a:p>
      </dgm:t>
    </dgm:pt>
    <dgm:pt modelId="{20AAD551-4AB9-4320-BEAB-98C958BAC79B}" type="parTrans" cxnId="{84B80B9C-8C88-4D97-86FE-24B33BD6E8B1}">
      <dgm:prSet/>
      <dgm:spPr/>
      <dgm:t>
        <a:bodyPr/>
        <a:lstStyle/>
        <a:p>
          <a:endParaRPr lang="ru-RU"/>
        </a:p>
      </dgm:t>
    </dgm:pt>
    <dgm:pt modelId="{2FAF0B8F-3720-427C-A7FB-DA065C3E1CBD}" type="sibTrans" cxnId="{84B80B9C-8C88-4D97-86FE-24B33BD6E8B1}">
      <dgm:prSet/>
      <dgm:spPr/>
      <dgm:t>
        <a:bodyPr/>
        <a:lstStyle/>
        <a:p>
          <a:endParaRPr lang="ru-RU"/>
        </a:p>
      </dgm:t>
    </dgm:pt>
    <dgm:pt modelId="{42BB293E-1EA8-41FE-88CF-66DD7D75BFC3}">
      <dgm:prSet phldrT="[Текст]"/>
      <dgm:spPr>
        <a:gradFill rotWithShape="0">
          <a:gsLst>
            <a:gs pos="100000">
              <a:schemeClr val="tx1">
                <a:lumMod val="50000"/>
                <a:lumOff val="50000"/>
              </a:schemeClr>
            </a:gs>
            <a:gs pos="100000">
              <a:schemeClr val="tx1">
                <a:lumMod val="50000"/>
                <a:lumOff val="50000"/>
              </a:schemeClr>
            </a:gs>
            <a:gs pos="100000">
              <a:schemeClr val="accent5">
                <a:hueOff val="19008940"/>
                <a:satOff val="-26660"/>
                <a:lumOff val="-2746"/>
                <a:alphaOff val="0"/>
                <a:lumMod val="99000"/>
                <a:satMod val="120000"/>
                <a:shade val="78000"/>
              </a:schemeClr>
            </a:gs>
          </a:gsLst>
        </a:gradFill>
      </dgm:spPr>
      <dgm:t>
        <a:bodyPr/>
        <a:lstStyle/>
        <a:p>
          <a:r>
            <a:rPr lang="ru-RU" dirty="0"/>
            <a:t>Класс </a:t>
          </a:r>
          <a:r>
            <a:rPr lang="en-US" dirty="0"/>
            <a:t>CheckInfo</a:t>
          </a:r>
          <a:endParaRPr lang="ru-RU" dirty="0"/>
        </a:p>
      </dgm:t>
    </dgm:pt>
    <dgm:pt modelId="{1C8746E7-2C86-4892-9A53-21E7D3FC0013}" type="parTrans" cxnId="{71C96992-B09D-49B1-AC39-2FC8F267F609}">
      <dgm:prSet/>
      <dgm:spPr/>
      <dgm:t>
        <a:bodyPr/>
        <a:lstStyle/>
        <a:p>
          <a:endParaRPr lang="ru-RU"/>
        </a:p>
      </dgm:t>
    </dgm:pt>
    <dgm:pt modelId="{97A7F024-87A4-459E-98B9-0B8C0125B13F}" type="sibTrans" cxnId="{71C96992-B09D-49B1-AC39-2FC8F267F609}">
      <dgm:prSet/>
      <dgm:spPr/>
      <dgm:t>
        <a:bodyPr/>
        <a:lstStyle/>
        <a:p>
          <a:endParaRPr lang="ru-RU"/>
        </a:p>
      </dgm:t>
    </dgm:pt>
    <dgm:pt modelId="{698BCE65-5D99-4981-BC3D-7FC49995E01B}">
      <dgm:prSet phldrT="[Текст]"/>
      <dgm:spPr/>
      <dgm:t>
        <a:bodyPr/>
        <a:lstStyle/>
        <a:p>
          <a:r>
            <a:rPr lang="ru-RU" dirty="0"/>
            <a:t>Обрабатывает информацию полученную из класса выше</a:t>
          </a:r>
        </a:p>
      </dgm:t>
    </dgm:pt>
    <dgm:pt modelId="{435E721C-858E-44FB-9873-BBD9BC6F9CDB}" type="parTrans" cxnId="{62038FF0-1008-4040-A513-4D56CFD9468F}">
      <dgm:prSet/>
      <dgm:spPr/>
      <dgm:t>
        <a:bodyPr/>
        <a:lstStyle/>
        <a:p>
          <a:endParaRPr lang="ru-RU"/>
        </a:p>
      </dgm:t>
    </dgm:pt>
    <dgm:pt modelId="{D3108AD7-ABCE-4B81-8AE8-CD5BDDADCEDC}" type="sibTrans" cxnId="{62038FF0-1008-4040-A513-4D56CFD9468F}">
      <dgm:prSet/>
      <dgm:spPr/>
      <dgm:t>
        <a:bodyPr/>
        <a:lstStyle/>
        <a:p>
          <a:endParaRPr lang="ru-RU"/>
        </a:p>
      </dgm:t>
    </dgm:pt>
    <dgm:pt modelId="{A4938B7A-A470-4F1A-8979-A671FE4EC657}" type="pres">
      <dgm:prSet presAssocID="{CBB3C07B-9D11-4586-A3DB-E0D047E58947}" presName="linear" presStyleCnt="0">
        <dgm:presLayoutVars>
          <dgm:animLvl val="lvl"/>
          <dgm:resizeHandles val="exact"/>
        </dgm:presLayoutVars>
      </dgm:prSet>
      <dgm:spPr/>
    </dgm:pt>
    <dgm:pt modelId="{4269CE4D-0571-4405-AAFB-821608BC0A49}" type="pres">
      <dgm:prSet presAssocID="{C75471ED-0A2E-4132-8A0B-C71FC4A3D976}" presName="parentText" presStyleLbl="node1" presStyleIdx="0" presStyleCnt="2">
        <dgm:presLayoutVars>
          <dgm:chMax val="0"/>
          <dgm:bulletEnabled val="1"/>
        </dgm:presLayoutVars>
      </dgm:prSet>
      <dgm:spPr/>
    </dgm:pt>
    <dgm:pt modelId="{9CB4A412-6BA5-4B38-8DB8-6E120D92BE7A}" type="pres">
      <dgm:prSet presAssocID="{C75471ED-0A2E-4132-8A0B-C71FC4A3D976}" presName="childText" presStyleLbl="revTx" presStyleIdx="0" presStyleCnt="2">
        <dgm:presLayoutVars>
          <dgm:bulletEnabled val="1"/>
        </dgm:presLayoutVars>
      </dgm:prSet>
      <dgm:spPr/>
    </dgm:pt>
    <dgm:pt modelId="{DCEB7B34-4161-4C66-BA4C-5D2D6D053319}" type="pres">
      <dgm:prSet presAssocID="{42BB293E-1EA8-41FE-88CF-66DD7D75BFC3}" presName="parentText" presStyleLbl="node1" presStyleIdx="1" presStyleCnt="2">
        <dgm:presLayoutVars>
          <dgm:chMax val="0"/>
          <dgm:bulletEnabled val="1"/>
        </dgm:presLayoutVars>
      </dgm:prSet>
      <dgm:spPr/>
    </dgm:pt>
    <dgm:pt modelId="{CE9A2287-59CE-403E-B5FA-8FBDCC9FDB39}" type="pres">
      <dgm:prSet presAssocID="{42BB293E-1EA8-41FE-88CF-66DD7D75BFC3}" presName="childText" presStyleLbl="revTx" presStyleIdx="1" presStyleCnt="2">
        <dgm:presLayoutVars>
          <dgm:bulletEnabled val="1"/>
        </dgm:presLayoutVars>
      </dgm:prSet>
      <dgm:spPr/>
    </dgm:pt>
  </dgm:ptLst>
  <dgm:cxnLst>
    <dgm:cxn modelId="{F205DA48-3022-449D-9A60-6045C305BEFB}" type="presOf" srcId="{2DF4FBD1-D728-4215-BDB0-DA9FB4EDF6A7}" destId="{9CB4A412-6BA5-4B38-8DB8-6E120D92BE7A}" srcOrd="0" destOrd="0" presId="urn:microsoft.com/office/officeart/2005/8/layout/vList2"/>
    <dgm:cxn modelId="{11DBC174-674B-4935-B418-6E2D7EF76D19}" type="presOf" srcId="{C75471ED-0A2E-4132-8A0B-C71FC4A3D976}" destId="{4269CE4D-0571-4405-AAFB-821608BC0A49}" srcOrd="0" destOrd="0" presId="urn:microsoft.com/office/officeart/2005/8/layout/vList2"/>
    <dgm:cxn modelId="{71C96992-B09D-49B1-AC39-2FC8F267F609}" srcId="{CBB3C07B-9D11-4586-A3DB-E0D047E58947}" destId="{42BB293E-1EA8-41FE-88CF-66DD7D75BFC3}" srcOrd="1" destOrd="0" parTransId="{1C8746E7-2C86-4892-9A53-21E7D3FC0013}" sibTransId="{97A7F024-87A4-459E-98B9-0B8C0125B13F}"/>
    <dgm:cxn modelId="{A4B68494-2B4A-43A9-A44A-933F03229F39}" type="presOf" srcId="{42BB293E-1EA8-41FE-88CF-66DD7D75BFC3}" destId="{DCEB7B34-4161-4C66-BA4C-5D2D6D053319}" srcOrd="0" destOrd="0" presId="urn:microsoft.com/office/officeart/2005/8/layout/vList2"/>
    <dgm:cxn modelId="{84B80B9C-8C88-4D97-86FE-24B33BD6E8B1}" srcId="{C75471ED-0A2E-4132-8A0B-C71FC4A3D976}" destId="{2DF4FBD1-D728-4215-BDB0-DA9FB4EDF6A7}" srcOrd="0" destOrd="0" parTransId="{20AAD551-4AB9-4320-BEAB-98C958BAC79B}" sibTransId="{2FAF0B8F-3720-427C-A7FB-DA065C3E1CBD}"/>
    <dgm:cxn modelId="{22A67DDF-1ABB-4917-BE08-AB51EBDCE0EB}" type="presOf" srcId="{CBB3C07B-9D11-4586-A3DB-E0D047E58947}" destId="{A4938B7A-A470-4F1A-8979-A671FE4EC657}" srcOrd="0" destOrd="0" presId="urn:microsoft.com/office/officeart/2005/8/layout/vList2"/>
    <dgm:cxn modelId="{6B1379E3-9710-447A-BF04-6A886DC17DE7}" srcId="{CBB3C07B-9D11-4586-A3DB-E0D047E58947}" destId="{C75471ED-0A2E-4132-8A0B-C71FC4A3D976}" srcOrd="0" destOrd="0" parTransId="{82A52358-2BBB-4A01-B6F4-E0DF8AD7C1C7}" sibTransId="{8CB3B0B0-487A-4FE1-8968-EBE0FCBC77CA}"/>
    <dgm:cxn modelId="{62038FF0-1008-4040-A513-4D56CFD9468F}" srcId="{42BB293E-1EA8-41FE-88CF-66DD7D75BFC3}" destId="{698BCE65-5D99-4981-BC3D-7FC49995E01B}" srcOrd="0" destOrd="0" parTransId="{435E721C-858E-44FB-9873-BBD9BC6F9CDB}" sibTransId="{D3108AD7-ABCE-4B81-8AE8-CD5BDDADCEDC}"/>
    <dgm:cxn modelId="{8EFB38F6-6734-409F-A78B-BC534659A4B3}" type="presOf" srcId="{698BCE65-5D99-4981-BC3D-7FC49995E01B}" destId="{CE9A2287-59CE-403E-B5FA-8FBDCC9FDB39}" srcOrd="0" destOrd="0" presId="urn:microsoft.com/office/officeart/2005/8/layout/vList2"/>
    <dgm:cxn modelId="{488B2903-631C-4FCE-B911-DE5A31611425}" type="presParOf" srcId="{A4938B7A-A470-4F1A-8979-A671FE4EC657}" destId="{4269CE4D-0571-4405-AAFB-821608BC0A49}" srcOrd="0" destOrd="0" presId="urn:microsoft.com/office/officeart/2005/8/layout/vList2"/>
    <dgm:cxn modelId="{6BD522D8-B257-4074-9808-8CB2BADE2A8F}" type="presParOf" srcId="{A4938B7A-A470-4F1A-8979-A671FE4EC657}" destId="{9CB4A412-6BA5-4B38-8DB8-6E120D92BE7A}" srcOrd="1" destOrd="0" presId="urn:microsoft.com/office/officeart/2005/8/layout/vList2"/>
    <dgm:cxn modelId="{522C259E-5910-4C6C-A35C-EF79ED260982}" type="presParOf" srcId="{A4938B7A-A470-4F1A-8979-A671FE4EC657}" destId="{DCEB7B34-4161-4C66-BA4C-5D2D6D053319}" srcOrd="2" destOrd="0" presId="urn:microsoft.com/office/officeart/2005/8/layout/vList2"/>
    <dgm:cxn modelId="{A540BB00-9FD0-4B02-A5B6-ED8969881F06}" type="presParOf" srcId="{A4938B7A-A470-4F1A-8979-A671FE4EC657}" destId="{CE9A2287-59CE-403E-B5FA-8FBDCC9FDB39}" srcOrd="3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BCB9442F-5838-4C15-ACC6-68C30EECCBBC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96F7F499-FB13-4408-8C08-8B86CFF3DD7A}">
      <dgm:prSet/>
      <dgm:spPr>
        <a:solidFill>
          <a:schemeClr val="tx1">
            <a:lumMod val="50000"/>
            <a:lumOff val="50000"/>
          </a:schemeClr>
        </a:solidFill>
      </dgm:spPr>
      <dgm:t>
        <a:bodyPr/>
        <a:lstStyle/>
        <a:p>
          <a:r>
            <a:rPr lang="ru-RU"/>
            <a:t>Форма для заполнения данных</a:t>
          </a:r>
          <a:endParaRPr lang="en-US"/>
        </a:p>
      </dgm:t>
    </dgm:pt>
    <dgm:pt modelId="{86B8C2D3-C1ED-4171-8452-44ACE55FFDDD}" type="parTrans" cxnId="{275C7DA2-6066-4FAA-A027-5FFA0EDD71C5}">
      <dgm:prSet/>
      <dgm:spPr/>
      <dgm:t>
        <a:bodyPr/>
        <a:lstStyle/>
        <a:p>
          <a:endParaRPr lang="en-US"/>
        </a:p>
      </dgm:t>
    </dgm:pt>
    <dgm:pt modelId="{3B1DE823-A276-4B37-8176-9380FD1F9413}" type="sibTrans" cxnId="{275C7DA2-6066-4FAA-A027-5FFA0EDD71C5}">
      <dgm:prSet/>
      <dgm:spPr/>
      <dgm:t>
        <a:bodyPr/>
        <a:lstStyle/>
        <a:p>
          <a:endParaRPr lang="en-US"/>
        </a:p>
      </dgm:t>
    </dgm:pt>
    <dgm:pt modelId="{B4746452-EC38-48B5-B0A8-3252498EAFCF}">
      <dgm:prSet/>
      <dgm:spPr>
        <a:solidFill>
          <a:schemeClr val="tx1">
            <a:lumMod val="65000"/>
            <a:lumOff val="35000"/>
          </a:schemeClr>
        </a:solidFill>
      </dgm:spPr>
      <dgm:t>
        <a:bodyPr/>
        <a:lstStyle/>
        <a:p>
          <a:r>
            <a:rPr lang="ru-RU" dirty="0"/>
            <a:t>Функция сохранения данных в текстовый документ</a:t>
          </a:r>
          <a:endParaRPr lang="en-US" dirty="0"/>
        </a:p>
      </dgm:t>
    </dgm:pt>
    <dgm:pt modelId="{81CC3090-CE58-4ED6-B382-E2AE32DD6D41}" type="parTrans" cxnId="{CC323DD8-6B52-4E5C-B3C5-B2E540B20729}">
      <dgm:prSet/>
      <dgm:spPr/>
      <dgm:t>
        <a:bodyPr/>
        <a:lstStyle/>
        <a:p>
          <a:endParaRPr lang="en-US"/>
        </a:p>
      </dgm:t>
    </dgm:pt>
    <dgm:pt modelId="{EF06C5CB-BA51-4D74-8A02-B7B397A969FB}" type="sibTrans" cxnId="{CC323DD8-6B52-4E5C-B3C5-B2E540B20729}">
      <dgm:prSet/>
      <dgm:spPr/>
      <dgm:t>
        <a:bodyPr/>
        <a:lstStyle/>
        <a:p>
          <a:endParaRPr lang="en-US"/>
        </a:p>
      </dgm:t>
    </dgm:pt>
    <dgm:pt modelId="{D3BFF679-ED19-464C-A88E-A9670ED44564}">
      <dgm:prSet/>
      <dgm:spPr>
        <a:solidFill>
          <a:schemeClr val="tx1">
            <a:lumMod val="75000"/>
            <a:lumOff val="25000"/>
          </a:schemeClr>
        </a:solidFill>
      </dgm:spPr>
      <dgm:t>
        <a:bodyPr/>
        <a:lstStyle/>
        <a:p>
          <a:r>
            <a:rPr lang="ru-RU"/>
            <a:t>Форма с списком всех контактов</a:t>
          </a:r>
          <a:endParaRPr lang="en-US"/>
        </a:p>
      </dgm:t>
    </dgm:pt>
    <dgm:pt modelId="{9F1919F3-E2EA-4B07-A7A5-7895AF1FCABE}" type="parTrans" cxnId="{7CA7BAC8-3554-463D-961D-5DC19D3D993C}">
      <dgm:prSet/>
      <dgm:spPr/>
      <dgm:t>
        <a:bodyPr/>
        <a:lstStyle/>
        <a:p>
          <a:endParaRPr lang="en-US"/>
        </a:p>
      </dgm:t>
    </dgm:pt>
    <dgm:pt modelId="{1928D4E1-F7AA-4981-9F98-A6ACD528405D}" type="sibTrans" cxnId="{7CA7BAC8-3554-463D-961D-5DC19D3D993C}">
      <dgm:prSet/>
      <dgm:spPr/>
      <dgm:t>
        <a:bodyPr/>
        <a:lstStyle/>
        <a:p>
          <a:endParaRPr lang="en-US"/>
        </a:p>
      </dgm:t>
    </dgm:pt>
    <dgm:pt modelId="{ECF640C2-84EA-451A-BB01-E90C61100E91}">
      <dgm:prSet/>
      <dgm:spPr>
        <a:solidFill>
          <a:schemeClr val="tx1">
            <a:lumMod val="85000"/>
            <a:lumOff val="15000"/>
          </a:schemeClr>
        </a:solidFill>
      </dgm:spPr>
      <dgm:t>
        <a:bodyPr/>
        <a:lstStyle/>
        <a:p>
          <a:r>
            <a:rPr lang="ru-RU"/>
            <a:t>Функция удаления ненужных контактов</a:t>
          </a:r>
          <a:endParaRPr lang="en-US"/>
        </a:p>
      </dgm:t>
    </dgm:pt>
    <dgm:pt modelId="{6689E0FE-2B89-4B32-84AD-E1BCDDDF1D47}" type="parTrans" cxnId="{8539AEE1-7ABF-4257-B1AE-435C1AB330F3}">
      <dgm:prSet/>
      <dgm:spPr/>
      <dgm:t>
        <a:bodyPr/>
        <a:lstStyle/>
        <a:p>
          <a:endParaRPr lang="en-US"/>
        </a:p>
      </dgm:t>
    </dgm:pt>
    <dgm:pt modelId="{91965D69-9201-40A8-90D3-CF6E9138186B}" type="sibTrans" cxnId="{8539AEE1-7ABF-4257-B1AE-435C1AB330F3}">
      <dgm:prSet/>
      <dgm:spPr/>
      <dgm:t>
        <a:bodyPr/>
        <a:lstStyle/>
        <a:p>
          <a:endParaRPr lang="en-US"/>
        </a:p>
      </dgm:t>
    </dgm:pt>
    <dgm:pt modelId="{DD9F49D1-8F6F-4411-8168-ACD74D6CA16A}" type="pres">
      <dgm:prSet presAssocID="{BCB9442F-5838-4C15-ACC6-68C30EECCBBC}" presName="linear" presStyleCnt="0">
        <dgm:presLayoutVars>
          <dgm:animLvl val="lvl"/>
          <dgm:resizeHandles val="exact"/>
        </dgm:presLayoutVars>
      </dgm:prSet>
      <dgm:spPr/>
    </dgm:pt>
    <dgm:pt modelId="{2683776C-F00C-492E-9ED9-F7CF6B11033F}" type="pres">
      <dgm:prSet presAssocID="{96F7F499-FB13-4408-8C08-8B86CFF3DD7A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827E3553-7D82-4B0D-9722-DFBF5DEE5A74}" type="pres">
      <dgm:prSet presAssocID="{3B1DE823-A276-4B37-8176-9380FD1F9413}" presName="spacer" presStyleCnt="0"/>
      <dgm:spPr/>
    </dgm:pt>
    <dgm:pt modelId="{53890F6F-0A81-43A3-A8B2-CA798165FF51}" type="pres">
      <dgm:prSet presAssocID="{B4746452-EC38-48B5-B0A8-3252498EAFCF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26FB78C3-F244-43FF-B67C-8BB23A5A96FC}" type="pres">
      <dgm:prSet presAssocID="{EF06C5CB-BA51-4D74-8A02-B7B397A969FB}" presName="spacer" presStyleCnt="0"/>
      <dgm:spPr/>
    </dgm:pt>
    <dgm:pt modelId="{3CCC2E23-C862-44F2-9128-C23CE857CE34}" type="pres">
      <dgm:prSet presAssocID="{D3BFF679-ED19-464C-A88E-A9670ED44564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CE99D7AD-3C5A-4084-9707-DF3DD0B0F4A6}" type="pres">
      <dgm:prSet presAssocID="{1928D4E1-F7AA-4981-9F98-A6ACD528405D}" presName="spacer" presStyleCnt="0"/>
      <dgm:spPr/>
    </dgm:pt>
    <dgm:pt modelId="{164CD195-A8E5-4863-97FF-EB5328630B49}" type="pres">
      <dgm:prSet presAssocID="{ECF640C2-84EA-451A-BB01-E90C61100E91}" presName="parentText" presStyleLbl="node1" presStyleIdx="3" presStyleCnt="4">
        <dgm:presLayoutVars>
          <dgm:chMax val="0"/>
          <dgm:bulletEnabled val="1"/>
        </dgm:presLayoutVars>
      </dgm:prSet>
      <dgm:spPr/>
    </dgm:pt>
  </dgm:ptLst>
  <dgm:cxnLst>
    <dgm:cxn modelId="{0F0ACD29-8508-47F0-BFAC-292C7FD6E029}" type="presOf" srcId="{ECF640C2-84EA-451A-BB01-E90C61100E91}" destId="{164CD195-A8E5-4863-97FF-EB5328630B49}" srcOrd="0" destOrd="0" presId="urn:microsoft.com/office/officeart/2005/8/layout/vList2"/>
    <dgm:cxn modelId="{F60D1C54-445E-4BBA-AD80-6A0AD081AA3D}" type="presOf" srcId="{D3BFF679-ED19-464C-A88E-A9670ED44564}" destId="{3CCC2E23-C862-44F2-9128-C23CE857CE34}" srcOrd="0" destOrd="0" presId="urn:microsoft.com/office/officeart/2005/8/layout/vList2"/>
    <dgm:cxn modelId="{E2AE2D56-CFE3-4FCC-922E-4D4317FA7AA2}" type="presOf" srcId="{BCB9442F-5838-4C15-ACC6-68C30EECCBBC}" destId="{DD9F49D1-8F6F-4411-8168-ACD74D6CA16A}" srcOrd="0" destOrd="0" presId="urn:microsoft.com/office/officeart/2005/8/layout/vList2"/>
    <dgm:cxn modelId="{A5A14589-D601-4803-9CE4-E7C62A04B926}" type="presOf" srcId="{96F7F499-FB13-4408-8C08-8B86CFF3DD7A}" destId="{2683776C-F00C-492E-9ED9-F7CF6B11033F}" srcOrd="0" destOrd="0" presId="urn:microsoft.com/office/officeart/2005/8/layout/vList2"/>
    <dgm:cxn modelId="{275C7DA2-6066-4FAA-A027-5FFA0EDD71C5}" srcId="{BCB9442F-5838-4C15-ACC6-68C30EECCBBC}" destId="{96F7F499-FB13-4408-8C08-8B86CFF3DD7A}" srcOrd="0" destOrd="0" parTransId="{86B8C2D3-C1ED-4171-8452-44ACE55FFDDD}" sibTransId="{3B1DE823-A276-4B37-8176-9380FD1F9413}"/>
    <dgm:cxn modelId="{7CA7BAC8-3554-463D-961D-5DC19D3D993C}" srcId="{BCB9442F-5838-4C15-ACC6-68C30EECCBBC}" destId="{D3BFF679-ED19-464C-A88E-A9670ED44564}" srcOrd="2" destOrd="0" parTransId="{9F1919F3-E2EA-4B07-A7A5-7895AF1FCABE}" sibTransId="{1928D4E1-F7AA-4981-9F98-A6ACD528405D}"/>
    <dgm:cxn modelId="{CC323DD8-6B52-4E5C-B3C5-B2E540B20729}" srcId="{BCB9442F-5838-4C15-ACC6-68C30EECCBBC}" destId="{B4746452-EC38-48B5-B0A8-3252498EAFCF}" srcOrd="1" destOrd="0" parTransId="{81CC3090-CE58-4ED6-B382-E2AE32DD6D41}" sibTransId="{EF06C5CB-BA51-4D74-8A02-B7B397A969FB}"/>
    <dgm:cxn modelId="{8539AEE1-7ABF-4257-B1AE-435C1AB330F3}" srcId="{BCB9442F-5838-4C15-ACC6-68C30EECCBBC}" destId="{ECF640C2-84EA-451A-BB01-E90C61100E91}" srcOrd="3" destOrd="0" parTransId="{6689E0FE-2B89-4B32-84AD-E1BCDDDF1D47}" sibTransId="{91965D69-9201-40A8-90D3-CF6E9138186B}"/>
    <dgm:cxn modelId="{9CB5E2FC-F56D-4F9C-9DC9-FB1854070D14}" type="presOf" srcId="{B4746452-EC38-48B5-B0A8-3252498EAFCF}" destId="{53890F6F-0A81-43A3-A8B2-CA798165FF51}" srcOrd="0" destOrd="0" presId="urn:microsoft.com/office/officeart/2005/8/layout/vList2"/>
    <dgm:cxn modelId="{C7EC6254-F651-403E-9AED-6899E6EE02A0}" type="presParOf" srcId="{DD9F49D1-8F6F-4411-8168-ACD74D6CA16A}" destId="{2683776C-F00C-492E-9ED9-F7CF6B11033F}" srcOrd="0" destOrd="0" presId="urn:microsoft.com/office/officeart/2005/8/layout/vList2"/>
    <dgm:cxn modelId="{68C4D3F4-403F-4F28-BEDE-EB56241CC0A7}" type="presParOf" srcId="{DD9F49D1-8F6F-4411-8168-ACD74D6CA16A}" destId="{827E3553-7D82-4B0D-9722-DFBF5DEE5A74}" srcOrd="1" destOrd="0" presId="urn:microsoft.com/office/officeart/2005/8/layout/vList2"/>
    <dgm:cxn modelId="{214D816E-9040-4E16-ADFA-B1619BF4F098}" type="presParOf" srcId="{DD9F49D1-8F6F-4411-8168-ACD74D6CA16A}" destId="{53890F6F-0A81-43A3-A8B2-CA798165FF51}" srcOrd="2" destOrd="0" presId="urn:microsoft.com/office/officeart/2005/8/layout/vList2"/>
    <dgm:cxn modelId="{F6C98CFC-1F4F-4A7C-92F6-17C91E779B9E}" type="presParOf" srcId="{DD9F49D1-8F6F-4411-8168-ACD74D6CA16A}" destId="{26FB78C3-F244-43FF-B67C-8BB23A5A96FC}" srcOrd="3" destOrd="0" presId="urn:microsoft.com/office/officeart/2005/8/layout/vList2"/>
    <dgm:cxn modelId="{5678ADFB-BD01-4982-BCE9-943587C9B2D6}" type="presParOf" srcId="{DD9F49D1-8F6F-4411-8168-ACD74D6CA16A}" destId="{3CCC2E23-C862-44F2-9128-C23CE857CE34}" srcOrd="4" destOrd="0" presId="urn:microsoft.com/office/officeart/2005/8/layout/vList2"/>
    <dgm:cxn modelId="{421C248B-9C09-4D47-BB81-B649CFEA423C}" type="presParOf" srcId="{DD9F49D1-8F6F-4411-8168-ACD74D6CA16A}" destId="{CE99D7AD-3C5A-4084-9707-DF3DD0B0F4A6}" srcOrd="5" destOrd="0" presId="urn:microsoft.com/office/officeart/2005/8/layout/vList2"/>
    <dgm:cxn modelId="{D0F32F88-A0D8-4A7E-9636-BEC70B8BF76B}" type="presParOf" srcId="{DD9F49D1-8F6F-4411-8168-ACD74D6CA16A}" destId="{164CD195-A8E5-4863-97FF-EB5328630B49}" srcOrd="6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4B53BD3D-FFC9-4750-9303-5DF54AB2A8CF}" type="doc">
      <dgm:prSet loTypeId="urn:microsoft.com/office/officeart/2005/8/layout/vList2" loCatId="list" qsTypeId="urn:microsoft.com/office/officeart/2005/8/quickstyle/simple1" qsCatId="simple" csTypeId="urn:microsoft.com/office/officeart/2005/8/colors/colorful2" csCatId="colorful" phldr="1"/>
      <dgm:spPr/>
      <dgm:t>
        <a:bodyPr/>
        <a:lstStyle/>
        <a:p>
          <a:endParaRPr lang="en-US"/>
        </a:p>
      </dgm:t>
    </dgm:pt>
    <dgm:pt modelId="{E6A2AE23-CFB7-476C-8429-A69AB0E9C804}">
      <dgm:prSet/>
      <dgm:spPr>
        <a:solidFill>
          <a:schemeClr val="tx1">
            <a:lumMod val="50000"/>
            <a:lumOff val="50000"/>
          </a:schemeClr>
        </a:solidFill>
      </dgm:spPr>
      <dgm:t>
        <a:bodyPr/>
        <a:lstStyle/>
        <a:p>
          <a:r>
            <a:rPr lang="ru-RU" dirty="0"/>
            <a:t>Улучшение механизма проверки вводимых пользователем данных.</a:t>
          </a:r>
          <a:endParaRPr lang="en-US" dirty="0"/>
        </a:p>
      </dgm:t>
    </dgm:pt>
    <dgm:pt modelId="{52D8CC8D-7C03-49C2-99AC-051DFE18EB73}" type="parTrans" cxnId="{FA055964-BE17-4CD1-BF70-F42CC7B3979F}">
      <dgm:prSet/>
      <dgm:spPr/>
      <dgm:t>
        <a:bodyPr/>
        <a:lstStyle/>
        <a:p>
          <a:endParaRPr lang="en-US"/>
        </a:p>
      </dgm:t>
    </dgm:pt>
    <dgm:pt modelId="{921DEA8A-7B94-4E48-9FE1-ABF7FD2FC45E}" type="sibTrans" cxnId="{FA055964-BE17-4CD1-BF70-F42CC7B3979F}">
      <dgm:prSet/>
      <dgm:spPr/>
      <dgm:t>
        <a:bodyPr/>
        <a:lstStyle/>
        <a:p>
          <a:endParaRPr lang="en-US"/>
        </a:p>
      </dgm:t>
    </dgm:pt>
    <dgm:pt modelId="{3D741030-7C4B-46AF-9EFC-0714AC0F8A5D}">
      <dgm:prSet/>
      <dgm:spPr>
        <a:solidFill>
          <a:schemeClr val="tx1">
            <a:lumMod val="65000"/>
            <a:lumOff val="35000"/>
          </a:schemeClr>
        </a:solidFill>
      </dgm:spPr>
      <dgm:t>
        <a:bodyPr/>
        <a:lstStyle/>
        <a:p>
          <a:r>
            <a:rPr lang="ru-RU"/>
            <a:t>Реализация возможности прикрепления заметок к каждому контакту.</a:t>
          </a:r>
          <a:endParaRPr lang="en-US"/>
        </a:p>
      </dgm:t>
    </dgm:pt>
    <dgm:pt modelId="{D657BF38-A5C8-4327-883B-B6B402BEB494}" type="parTrans" cxnId="{1CBAA4C2-6C8C-40EC-B94D-01EFAB5BEBD4}">
      <dgm:prSet/>
      <dgm:spPr/>
      <dgm:t>
        <a:bodyPr/>
        <a:lstStyle/>
        <a:p>
          <a:endParaRPr lang="en-US"/>
        </a:p>
      </dgm:t>
    </dgm:pt>
    <dgm:pt modelId="{3FFFDAA1-A9B6-464F-8EC3-F2B9412B0990}" type="sibTrans" cxnId="{1CBAA4C2-6C8C-40EC-B94D-01EFAB5BEBD4}">
      <dgm:prSet/>
      <dgm:spPr/>
      <dgm:t>
        <a:bodyPr/>
        <a:lstStyle/>
        <a:p>
          <a:endParaRPr lang="en-US"/>
        </a:p>
      </dgm:t>
    </dgm:pt>
    <dgm:pt modelId="{6A62E771-6BF6-4AB1-A49D-AE9C887FA091}">
      <dgm:prSet/>
      <dgm:spPr>
        <a:solidFill>
          <a:schemeClr val="tx1">
            <a:lumMod val="75000"/>
            <a:lumOff val="25000"/>
          </a:schemeClr>
        </a:solidFill>
      </dgm:spPr>
      <dgm:t>
        <a:bodyPr/>
        <a:lstStyle/>
        <a:p>
          <a:r>
            <a:rPr lang="ru-RU"/>
            <a:t>Расширение функционала за счет возможности редактирования контактов.</a:t>
          </a:r>
          <a:endParaRPr lang="en-US"/>
        </a:p>
      </dgm:t>
    </dgm:pt>
    <dgm:pt modelId="{81813DAB-B8E2-4EEA-8944-63149CDA1561}" type="parTrans" cxnId="{9BB3FF14-98D7-47CB-BE2E-5C3DA92CF335}">
      <dgm:prSet/>
      <dgm:spPr/>
      <dgm:t>
        <a:bodyPr/>
        <a:lstStyle/>
        <a:p>
          <a:endParaRPr lang="en-US"/>
        </a:p>
      </dgm:t>
    </dgm:pt>
    <dgm:pt modelId="{D05BA3F1-6F19-4FF6-9461-05CC37548E96}" type="sibTrans" cxnId="{9BB3FF14-98D7-47CB-BE2E-5C3DA92CF335}">
      <dgm:prSet/>
      <dgm:spPr/>
      <dgm:t>
        <a:bodyPr/>
        <a:lstStyle/>
        <a:p>
          <a:endParaRPr lang="en-US"/>
        </a:p>
      </dgm:t>
    </dgm:pt>
    <dgm:pt modelId="{79C18A8F-5855-4283-9DE6-BC32E1C82552}">
      <dgm:prSet/>
      <dgm:spPr>
        <a:solidFill>
          <a:schemeClr val="tx1">
            <a:lumMod val="85000"/>
            <a:lumOff val="15000"/>
          </a:schemeClr>
        </a:solidFill>
      </dgm:spPr>
      <dgm:t>
        <a:bodyPr/>
        <a:lstStyle/>
        <a:p>
          <a:r>
            <a:rPr lang="ru-RU"/>
            <a:t>Улучшение пользовательского интерфейса для более удобного использования приложения.</a:t>
          </a:r>
          <a:endParaRPr lang="en-US"/>
        </a:p>
      </dgm:t>
    </dgm:pt>
    <dgm:pt modelId="{DBADC85B-84E3-4C1D-86E9-1F160C4460AD}" type="parTrans" cxnId="{FE35969D-0697-439A-9D17-AF5CBE820ECB}">
      <dgm:prSet/>
      <dgm:spPr/>
      <dgm:t>
        <a:bodyPr/>
        <a:lstStyle/>
        <a:p>
          <a:endParaRPr lang="en-US"/>
        </a:p>
      </dgm:t>
    </dgm:pt>
    <dgm:pt modelId="{2526DA36-E157-4582-AB59-DED45CC835E7}" type="sibTrans" cxnId="{FE35969D-0697-439A-9D17-AF5CBE820ECB}">
      <dgm:prSet/>
      <dgm:spPr/>
      <dgm:t>
        <a:bodyPr/>
        <a:lstStyle/>
        <a:p>
          <a:endParaRPr lang="en-US"/>
        </a:p>
      </dgm:t>
    </dgm:pt>
    <dgm:pt modelId="{7EA2BD06-A689-41A8-8B5F-F8A754C78C00}">
      <dgm:prSet/>
      <dgm:spPr>
        <a:solidFill>
          <a:schemeClr val="tx1">
            <a:lumMod val="95000"/>
            <a:lumOff val="5000"/>
          </a:schemeClr>
        </a:solidFill>
      </dgm:spPr>
      <dgm:t>
        <a:bodyPr/>
        <a:lstStyle/>
        <a:p>
          <a:r>
            <a:rPr lang="ru-RU"/>
            <a:t>Добавление функции группировки контактов по категориям.</a:t>
          </a:r>
          <a:endParaRPr lang="en-US"/>
        </a:p>
      </dgm:t>
    </dgm:pt>
    <dgm:pt modelId="{2D642C05-E523-4A9A-9495-E70D7FA77AD6}" type="parTrans" cxnId="{3E3E1D79-B55C-4CBD-9165-54556D5032CB}">
      <dgm:prSet/>
      <dgm:spPr/>
      <dgm:t>
        <a:bodyPr/>
        <a:lstStyle/>
        <a:p>
          <a:endParaRPr lang="en-US"/>
        </a:p>
      </dgm:t>
    </dgm:pt>
    <dgm:pt modelId="{F268D667-1CC6-4C77-A098-7A135B8C6D7B}" type="sibTrans" cxnId="{3E3E1D79-B55C-4CBD-9165-54556D5032CB}">
      <dgm:prSet/>
      <dgm:spPr/>
      <dgm:t>
        <a:bodyPr/>
        <a:lstStyle/>
        <a:p>
          <a:endParaRPr lang="en-US"/>
        </a:p>
      </dgm:t>
    </dgm:pt>
    <dgm:pt modelId="{0B94F312-4041-445A-BC6A-C76F57135554}" type="pres">
      <dgm:prSet presAssocID="{4B53BD3D-FFC9-4750-9303-5DF54AB2A8CF}" presName="linear" presStyleCnt="0">
        <dgm:presLayoutVars>
          <dgm:animLvl val="lvl"/>
          <dgm:resizeHandles val="exact"/>
        </dgm:presLayoutVars>
      </dgm:prSet>
      <dgm:spPr/>
    </dgm:pt>
    <dgm:pt modelId="{04A3AE79-3ECC-4B4A-9E46-D6A51653442F}" type="pres">
      <dgm:prSet presAssocID="{E6A2AE23-CFB7-476C-8429-A69AB0E9C804}" presName="parentText" presStyleLbl="node1" presStyleIdx="0" presStyleCnt="5">
        <dgm:presLayoutVars>
          <dgm:chMax val="0"/>
          <dgm:bulletEnabled val="1"/>
        </dgm:presLayoutVars>
      </dgm:prSet>
      <dgm:spPr/>
    </dgm:pt>
    <dgm:pt modelId="{A4E2EAFC-8FD7-404C-BE26-6333AECFAF6C}" type="pres">
      <dgm:prSet presAssocID="{921DEA8A-7B94-4E48-9FE1-ABF7FD2FC45E}" presName="spacer" presStyleCnt="0"/>
      <dgm:spPr/>
    </dgm:pt>
    <dgm:pt modelId="{211494EF-EDA3-4967-9CBB-1AC1D72D85A0}" type="pres">
      <dgm:prSet presAssocID="{3D741030-7C4B-46AF-9EFC-0714AC0F8A5D}" presName="parentText" presStyleLbl="node1" presStyleIdx="1" presStyleCnt="5">
        <dgm:presLayoutVars>
          <dgm:chMax val="0"/>
          <dgm:bulletEnabled val="1"/>
        </dgm:presLayoutVars>
      </dgm:prSet>
      <dgm:spPr/>
    </dgm:pt>
    <dgm:pt modelId="{18737B34-BB66-43E9-A116-697F53196CF7}" type="pres">
      <dgm:prSet presAssocID="{3FFFDAA1-A9B6-464F-8EC3-F2B9412B0990}" presName="spacer" presStyleCnt="0"/>
      <dgm:spPr/>
    </dgm:pt>
    <dgm:pt modelId="{B7D5BEF9-A444-4D73-9FF5-1EFBCEA39414}" type="pres">
      <dgm:prSet presAssocID="{6A62E771-6BF6-4AB1-A49D-AE9C887FA091}" presName="parentText" presStyleLbl="node1" presStyleIdx="2" presStyleCnt="5">
        <dgm:presLayoutVars>
          <dgm:chMax val="0"/>
          <dgm:bulletEnabled val="1"/>
        </dgm:presLayoutVars>
      </dgm:prSet>
      <dgm:spPr/>
    </dgm:pt>
    <dgm:pt modelId="{51E2A172-9821-4FF6-8DBE-8445393830A9}" type="pres">
      <dgm:prSet presAssocID="{D05BA3F1-6F19-4FF6-9461-05CC37548E96}" presName="spacer" presStyleCnt="0"/>
      <dgm:spPr/>
    </dgm:pt>
    <dgm:pt modelId="{AE778825-845E-4716-9F61-C9E318C8E436}" type="pres">
      <dgm:prSet presAssocID="{79C18A8F-5855-4283-9DE6-BC32E1C82552}" presName="parentText" presStyleLbl="node1" presStyleIdx="3" presStyleCnt="5">
        <dgm:presLayoutVars>
          <dgm:chMax val="0"/>
          <dgm:bulletEnabled val="1"/>
        </dgm:presLayoutVars>
      </dgm:prSet>
      <dgm:spPr/>
    </dgm:pt>
    <dgm:pt modelId="{E0194C95-736C-4853-A5C4-A5BC9D89FFDA}" type="pres">
      <dgm:prSet presAssocID="{2526DA36-E157-4582-AB59-DED45CC835E7}" presName="spacer" presStyleCnt="0"/>
      <dgm:spPr/>
    </dgm:pt>
    <dgm:pt modelId="{FEB4A385-2FAD-4E13-8875-9EAABE26D42C}" type="pres">
      <dgm:prSet presAssocID="{7EA2BD06-A689-41A8-8B5F-F8A754C78C00}" presName="parentText" presStyleLbl="node1" presStyleIdx="4" presStyleCnt="5">
        <dgm:presLayoutVars>
          <dgm:chMax val="0"/>
          <dgm:bulletEnabled val="1"/>
        </dgm:presLayoutVars>
      </dgm:prSet>
      <dgm:spPr/>
    </dgm:pt>
  </dgm:ptLst>
  <dgm:cxnLst>
    <dgm:cxn modelId="{9BB3FF14-98D7-47CB-BE2E-5C3DA92CF335}" srcId="{4B53BD3D-FFC9-4750-9303-5DF54AB2A8CF}" destId="{6A62E771-6BF6-4AB1-A49D-AE9C887FA091}" srcOrd="2" destOrd="0" parTransId="{81813DAB-B8E2-4EEA-8944-63149CDA1561}" sibTransId="{D05BA3F1-6F19-4FF6-9461-05CC37548E96}"/>
    <dgm:cxn modelId="{F6506018-D027-478B-B58E-D304752540F9}" type="presOf" srcId="{79C18A8F-5855-4283-9DE6-BC32E1C82552}" destId="{AE778825-845E-4716-9F61-C9E318C8E436}" srcOrd="0" destOrd="0" presId="urn:microsoft.com/office/officeart/2005/8/layout/vList2"/>
    <dgm:cxn modelId="{FA055964-BE17-4CD1-BF70-F42CC7B3979F}" srcId="{4B53BD3D-FFC9-4750-9303-5DF54AB2A8CF}" destId="{E6A2AE23-CFB7-476C-8429-A69AB0E9C804}" srcOrd="0" destOrd="0" parTransId="{52D8CC8D-7C03-49C2-99AC-051DFE18EB73}" sibTransId="{921DEA8A-7B94-4E48-9FE1-ABF7FD2FC45E}"/>
    <dgm:cxn modelId="{3E3E1D79-B55C-4CBD-9165-54556D5032CB}" srcId="{4B53BD3D-FFC9-4750-9303-5DF54AB2A8CF}" destId="{7EA2BD06-A689-41A8-8B5F-F8A754C78C00}" srcOrd="4" destOrd="0" parTransId="{2D642C05-E523-4A9A-9495-E70D7FA77AD6}" sibTransId="{F268D667-1CC6-4C77-A098-7A135B8C6D7B}"/>
    <dgm:cxn modelId="{4801E080-486B-4BD7-B041-D6B8C03E8A09}" type="presOf" srcId="{7EA2BD06-A689-41A8-8B5F-F8A754C78C00}" destId="{FEB4A385-2FAD-4E13-8875-9EAABE26D42C}" srcOrd="0" destOrd="0" presId="urn:microsoft.com/office/officeart/2005/8/layout/vList2"/>
    <dgm:cxn modelId="{E19D8987-AF1C-48B2-863C-23F2ECC90F13}" type="presOf" srcId="{E6A2AE23-CFB7-476C-8429-A69AB0E9C804}" destId="{04A3AE79-3ECC-4B4A-9E46-D6A51653442F}" srcOrd="0" destOrd="0" presId="urn:microsoft.com/office/officeart/2005/8/layout/vList2"/>
    <dgm:cxn modelId="{FE35969D-0697-439A-9D17-AF5CBE820ECB}" srcId="{4B53BD3D-FFC9-4750-9303-5DF54AB2A8CF}" destId="{79C18A8F-5855-4283-9DE6-BC32E1C82552}" srcOrd="3" destOrd="0" parTransId="{DBADC85B-84E3-4C1D-86E9-1F160C4460AD}" sibTransId="{2526DA36-E157-4582-AB59-DED45CC835E7}"/>
    <dgm:cxn modelId="{1CBAA4C2-6C8C-40EC-B94D-01EFAB5BEBD4}" srcId="{4B53BD3D-FFC9-4750-9303-5DF54AB2A8CF}" destId="{3D741030-7C4B-46AF-9EFC-0714AC0F8A5D}" srcOrd="1" destOrd="0" parTransId="{D657BF38-A5C8-4327-883B-B6B402BEB494}" sibTransId="{3FFFDAA1-A9B6-464F-8EC3-F2B9412B0990}"/>
    <dgm:cxn modelId="{BE8141D9-38DC-498B-98C6-87CB3B49B16D}" type="presOf" srcId="{6A62E771-6BF6-4AB1-A49D-AE9C887FA091}" destId="{B7D5BEF9-A444-4D73-9FF5-1EFBCEA39414}" srcOrd="0" destOrd="0" presId="urn:microsoft.com/office/officeart/2005/8/layout/vList2"/>
    <dgm:cxn modelId="{3BB2DDE6-34D4-4841-8576-45129EEB30F1}" type="presOf" srcId="{3D741030-7C4B-46AF-9EFC-0714AC0F8A5D}" destId="{211494EF-EDA3-4967-9CBB-1AC1D72D85A0}" srcOrd="0" destOrd="0" presId="urn:microsoft.com/office/officeart/2005/8/layout/vList2"/>
    <dgm:cxn modelId="{EA9676E9-A887-4227-B4C6-E4CB3AE44374}" type="presOf" srcId="{4B53BD3D-FFC9-4750-9303-5DF54AB2A8CF}" destId="{0B94F312-4041-445A-BC6A-C76F57135554}" srcOrd="0" destOrd="0" presId="urn:microsoft.com/office/officeart/2005/8/layout/vList2"/>
    <dgm:cxn modelId="{FA1F4493-7F94-4B4E-8BFA-94CFF1E7DCC5}" type="presParOf" srcId="{0B94F312-4041-445A-BC6A-C76F57135554}" destId="{04A3AE79-3ECC-4B4A-9E46-D6A51653442F}" srcOrd="0" destOrd="0" presId="urn:microsoft.com/office/officeart/2005/8/layout/vList2"/>
    <dgm:cxn modelId="{C9F93898-782A-4047-9B4A-4A35B1C2DD45}" type="presParOf" srcId="{0B94F312-4041-445A-BC6A-C76F57135554}" destId="{A4E2EAFC-8FD7-404C-BE26-6333AECFAF6C}" srcOrd="1" destOrd="0" presId="urn:microsoft.com/office/officeart/2005/8/layout/vList2"/>
    <dgm:cxn modelId="{E76E132B-C516-459B-8A30-013A6A7FF5E6}" type="presParOf" srcId="{0B94F312-4041-445A-BC6A-C76F57135554}" destId="{211494EF-EDA3-4967-9CBB-1AC1D72D85A0}" srcOrd="2" destOrd="0" presId="urn:microsoft.com/office/officeart/2005/8/layout/vList2"/>
    <dgm:cxn modelId="{A87DEC5E-2289-43B5-9465-5CD13EA08AA3}" type="presParOf" srcId="{0B94F312-4041-445A-BC6A-C76F57135554}" destId="{18737B34-BB66-43E9-A116-697F53196CF7}" srcOrd="3" destOrd="0" presId="urn:microsoft.com/office/officeart/2005/8/layout/vList2"/>
    <dgm:cxn modelId="{A406A636-D689-4951-922C-5D968077B181}" type="presParOf" srcId="{0B94F312-4041-445A-BC6A-C76F57135554}" destId="{B7D5BEF9-A444-4D73-9FF5-1EFBCEA39414}" srcOrd="4" destOrd="0" presId="urn:microsoft.com/office/officeart/2005/8/layout/vList2"/>
    <dgm:cxn modelId="{3BF0C31A-F096-4B5B-B629-A6C4DCC44969}" type="presParOf" srcId="{0B94F312-4041-445A-BC6A-C76F57135554}" destId="{51E2A172-9821-4FF6-8DBE-8445393830A9}" srcOrd="5" destOrd="0" presId="urn:microsoft.com/office/officeart/2005/8/layout/vList2"/>
    <dgm:cxn modelId="{9F8F41D4-0947-498E-B908-3C8DAF0FFE28}" type="presParOf" srcId="{0B94F312-4041-445A-BC6A-C76F57135554}" destId="{AE778825-845E-4716-9F61-C9E318C8E436}" srcOrd="6" destOrd="0" presId="urn:microsoft.com/office/officeart/2005/8/layout/vList2"/>
    <dgm:cxn modelId="{3F92356A-CC96-47F2-834E-00E2D3CA4C07}" type="presParOf" srcId="{0B94F312-4041-445A-BC6A-C76F57135554}" destId="{E0194C95-736C-4853-A5C4-A5BC9D89FFDA}" srcOrd="7" destOrd="0" presId="urn:microsoft.com/office/officeart/2005/8/layout/vList2"/>
    <dgm:cxn modelId="{D0C7D8AD-4291-489F-91EB-1989FF25005E}" type="presParOf" srcId="{0B94F312-4041-445A-BC6A-C76F57135554}" destId="{FEB4A385-2FAD-4E13-8875-9EAABE26D42C}" srcOrd="8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237F6CC-4CB6-4B15-90C0-91B8AB5A2ADC}">
      <dsp:nvSpPr>
        <dsp:cNvPr id="0" name=""/>
        <dsp:cNvSpPr/>
      </dsp:nvSpPr>
      <dsp:spPr>
        <a:xfrm>
          <a:off x="0" y="500"/>
          <a:ext cx="10706100" cy="1171333"/>
        </a:xfrm>
        <a:prstGeom prst="roundRect">
          <a:avLst>
            <a:gd name="adj" fmla="val 10000"/>
          </a:avLst>
        </a:prstGeom>
        <a:solidFill>
          <a:schemeClr val="tx1">
            <a:lumMod val="50000"/>
            <a:lumOff val="5000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17B668B-6CF7-48A2-85D7-0BCADA942516}">
      <dsp:nvSpPr>
        <dsp:cNvPr id="0" name=""/>
        <dsp:cNvSpPr/>
      </dsp:nvSpPr>
      <dsp:spPr>
        <a:xfrm>
          <a:off x="354328" y="264050"/>
          <a:ext cx="644233" cy="644233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0AB1BD0-41D1-4155-973C-3659A7B519D6}">
      <dsp:nvSpPr>
        <dsp:cNvPr id="0" name=""/>
        <dsp:cNvSpPr/>
      </dsp:nvSpPr>
      <dsp:spPr>
        <a:xfrm>
          <a:off x="1352890" y="500"/>
          <a:ext cx="9353209" cy="117133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3966" tIns="123966" rIns="123966" bIns="123966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500" kern="1200"/>
            <a:t>Создание списка всех контактов</a:t>
          </a:r>
          <a:endParaRPr lang="en-US" sz="2500" kern="1200"/>
        </a:p>
      </dsp:txBody>
      <dsp:txXfrm>
        <a:off x="1352890" y="500"/>
        <a:ext cx="9353209" cy="1171333"/>
      </dsp:txXfrm>
    </dsp:sp>
    <dsp:sp modelId="{7CE78D02-422E-4032-A60F-6930BF7ADDC5}">
      <dsp:nvSpPr>
        <dsp:cNvPr id="0" name=""/>
        <dsp:cNvSpPr/>
      </dsp:nvSpPr>
      <dsp:spPr>
        <a:xfrm>
          <a:off x="0" y="1464668"/>
          <a:ext cx="10706100" cy="1171333"/>
        </a:xfrm>
        <a:prstGeom prst="roundRect">
          <a:avLst>
            <a:gd name="adj" fmla="val 10000"/>
          </a:avLst>
        </a:prstGeom>
        <a:solidFill>
          <a:schemeClr val="tx1">
            <a:lumMod val="65000"/>
            <a:lumOff val="3500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D2CED93-9DC2-4054-882E-24FA47B8C32C}">
      <dsp:nvSpPr>
        <dsp:cNvPr id="0" name=""/>
        <dsp:cNvSpPr/>
      </dsp:nvSpPr>
      <dsp:spPr>
        <a:xfrm>
          <a:off x="354328" y="1728218"/>
          <a:ext cx="644233" cy="644233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9D0F6D6-669F-4EDD-ACB5-94795374C9B1}">
      <dsp:nvSpPr>
        <dsp:cNvPr id="0" name=""/>
        <dsp:cNvSpPr/>
      </dsp:nvSpPr>
      <dsp:spPr>
        <a:xfrm>
          <a:off x="1352890" y="1464668"/>
          <a:ext cx="9353209" cy="117133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3966" tIns="123966" rIns="123966" bIns="123966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500" kern="1200" dirty="0"/>
            <a:t>Легкий доступ к информации</a:t>
          </a:r>
          <a:endParaRPr lang="en-US" sz="2500" kern="1200" dirty="0"/>
        </a:p>
      </dsp:txBody>
      <dsp:txXfrm>
        <a:off x="1352890" y="1464668"/>
        <a:ext cx="9353209" cy="1171333"/>
      </dsp:txXfrm>
    </dsp:sp>
    <dsp:sp modelId="{BFDD9CB5-04D0-4971-A195-AF66FFD411C6}">
      <dsp:nvSpPr>
        <dsp:cNvPr id="0" name=""/>
        <dsp:cNvSpPr/>
      </dsp:nvSpPr>
      <dsp:spPr>
        <a:xfrm>
          <a:off x="0" y="2928835"/>
          <a:ext cx="10706100" cy="1171333"/>
        </a:xfrm>
        <a:prstGeom prst="roundRect">
          <a:avLst>
            <a:gd name="adj" fmla="val 10000"/>
          </a:avLst>
        </a:prstGeom>
        <a:solidFill>
          <a:schemeClr val="tx1">
            <a:lumMod val="75000"/>
            <a:lumOff val="2500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500C91D-6903-43D6-BFEB-68169A49DB4C}">
      <dsp:nvSpPr>
        <dsp:cNvPr id="0" name=""/>
        <dsp:cNvSpPr/>
      </dsp:nvSpPr>
      <dsp:spPr>
        <a:xfrm>
          <a:off x="354328" y="3192385"/>
          <a:ext cx="644233" cy="644233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F0C1171-E93B-4354-B07A-10E3B8C0DB8E}">
      <dsp:nvSpPr>
        <dsp:cNvPr id="0" name=""/>
        <dsp:cNvSpPr/>
      </dsp:nvSpPr>
      <dsp:spPr>
        <a:xfrm>
          <a:off x="1352890" y="2928835"/>
          <a:ext cx="9353209" cy="117133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3966" tIns="123966" rIns="123966" bIns="123966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500" kern="1200" dirty="0"/>
            <a:t>Редактирование списка</a:t>
          </a:r>
          <a:endParaRPr lang="en-US" sz="2500" kern="1200" dirty="0"/>
        </a:p>
      </dsp:txBody>
      <dsp:txXfrm>
        <a:off x="1352890" y="2928835"/>
        <a:ext cx="9353209" cy="1171333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269CE4D-0571-4405-AAFB-821608BC0A49}">
      <dsp:nvSpPr>
        <dsp:cNvPr id="0" name=""/>
        <dsp:cNvSpPr/>
      </dsp:nvSpPr>
      <dsp:spPr>
        <a:xfrm>
          <a:off x="0" y="1907"/>
          <a:ext cx="6614592" cy="397800"/>
        </a:xfrm>
        <a:prstGeom prst="roundRect">
          <a:avLst/>
        </a:prstGeom>
        <a:gradFill rotWithShape="0">
          <a:gsLst>
            <a:gs pos="100000">
              <a:schemeClr val="tx1">
                <a:lumMod val="50000"/>
                <a:lumOff val="50000"/>
              </a:schemeClr>
            </a:gs>
            <a:gs pos="100000">
              <a:schemeClr val="accent5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700" kern="1200" dirty="0"/>
            <a:t>Класс </a:t>
          </a:r>
          <a:r>
            <a:rPr lang="en-US" sz="1700" kern="1200" dirty="0"/>
            <a:t>Contact</a:t>
          </a:r>
          <a:endParaRPr lang="ru-RU" sz="1700" kern="1200" dirty="0"/>
        </a:p>
      </dsp:txBody>
      <dsp:txXfrm>
        <a:off x="19419" y="21326"/>
        <a:ext cx="6575754" cy="358962"/>
      </dsp:txXfrm>
    </dsp:sp>
    <dsp:sp modelId="{9CB4A412-6BA5-4B38-8DB8-6E120D92BE7A}">
      <dsp:nvSpPr>
        <dsp:cNvPr id="0" name=""/>
        <dsp:cNvSpPr/>
      </dsp:nvSpPr>
      <dsp:spPr>
        <a:xfrm>
          <a:off x="0" y="399707"/>
          <a:ext cx="6614592" cy="28152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10013" tIns="21590" rIns="120904" bIns="21590" numCol="1" spcCol="1270" anchor="t" anchorCtr="0">
          <a:noAutofit/>
        </a:bodyPr>
        <a:lstStyle/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ru-RU" sz="1300" kern="1200" dirty="0"/>
            <a:t>Принимает данные контакта</a:t>
          </a:r>
        </a:p>
      </dsp:txBody>
      <dsp:txXfrm>
        <a:off x="0" y="399707"/>
        <a:ext cx="6614592" cy="281520"/>
      </dsp:txXfrm>
    </dsp:sp>
    <dsp:sp modelId="{DCEB7B34-4161-4C66-BA4C-5D2D6D053319}">
      <dsp:nvSpPr>
        <dsp:cNvPr id="0" name=""/>
        <dsp:cNvSpPr/>
      </dsp:nvSpPr>
      <dsp:spPr>
        <a:xfrm>
          <a:off x="0" y="681227"/>
          <a:ext cx="6614592" cy="397800"/>
        </a:xfrm>
        <a:prstGeom prst="roundRect">
          <a:avLst/>
        </a:prstGeom>
        <a:gradFill rotWithShape="0">
          <a:gsLst>
            <a:gs pos="100000">
              <a:schemeClr val="tx1">
                <a:lumMod val="50000"/>
                <a:lumOff val="50000"/>
              </a:schemeClr>
            </a:gs>
            <a:gs pos="100000">
              <a:schemeClr val="tx1">
                <a:lumMod val="50000"/>
                <a:lumOff val="50000"/>
              </a:schemeClr>
            </a:gs>
            <a:gs pos="100000">
              <a:schemeClr val="accent5">
                <a:hueOff val="19008940"/>
                <a:satOff val="-26660"/>
                <a:lumOff val="-2746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700" kern="1200" dirty="0"/>
            <a:t>Класс </a:t>
          </a:r>
          <a:r>
            <a:rPr lang="en-US" sz="1700" kern="1200" dirty="0"/>
            <a:t>CheckInfo</a:t>
          </a:r>
          <a:endParaRPr lang="ru-RU" sz="1700" kern="1200" dirty="0"/>
        </a:p>
      </dsp:txBody>
      <dsp:txXfrm>
        <a:off x="19419" y="700646"/>
        <a:ext cx="6575754" cy="358962"/>
      </dsp:txXfrm>
    </dsp:sp>
    <dsp:sp modelId="{CE9A2287-59CE-403E-B5FA-8FBDCC9FDB39}">
      <dsp:nvSpPr>
        <dsp:cNvPr id="0" name=""/>
        <dsp:cNvSpPr/>
      </dsp:nvSpPr>
      <dsp:spPr>
        <a:xfrm>
          <a:off x="0" y="1079028"/>
          <a:ext cx="6614592" cy="28152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10013" tIns="21590" rIns="120904" bIns="21590" numCol="1" spcCol="1270" anchor="t" anchorCtr="0">
          <a:noAutofit/>
        </a:bodyPr>
        <a:lstStyle/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ru-RU" sz="1300" kern="1200" dirty="0"/>
            <a:t>Обрабатывает информацию полученную из класса выше</a:t>
          </a:r>
        </a:p>
      </dsp:txBody>
      <dsp:txXfrm>
        <a:off x="0" y="1079028"/>
        <a:ext cx="6614592" cy="281520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683776C-F00C-492E-9ED9-F7CF6B11033F}">
      <dsp:nvSpPr>
        <dsp:cNvPr id="0" name=""/>
        <dsp:cNvSpPr/>
      </dsp:nvSpPr>
      <dsp:spPr>
        <a:xfrm>
          <a:off x="0" y="131867"/>
          <a:ext cx="10691265" cy="795600"/>
        </a:xfrm>
        <a:prstGeom prst="roundRect">
          <a:avLst/>
        </a:prstGeom>
        <a:solidFill>
          <a:schemeClr val="tx1">
            <a:lumMod val="50000"/>
            <a:lumOff val="5000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9540" tIns="129540" rIns="129540" bIns="129540" numCol="1" spcCol="1270" anchor="ctr" anchorCtr="0">
          <a:noAutofit/>
        </a:bodyPr>
        <a:lstStyle/>
        <a:p>
          <a:pPr marL="0" lvl="0" indent="0" algn="l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3400" kern="1200"/>
            <a:t>Форма для заполнения данных</a:t>
          </a:r>
          <a:endParaRPr lang="en-US" sz="3400" kern="1200"/>
        </a:p>
      </dsp:txBody>
      <dsp:txXfrm>
        <a:off x="38838" y="170705"/>
        <a:ext cx="10613589" cy="717924"/>
      </dsp:txXfrm>
    </dsp:sp>
    <dsp:sp modelId="{53890F6F-0A81-43A3-A8B2-CA798165FF51}">
      <dsp:nvSpPr>
        <dsp:cNvPr id="0" name=""/>
        <dsp:cNvSpPr/>
      </dsp:nvSpPr>
      <dsp:spPr>
        <a:xfrm>
          <a:off x="0" y="1025387"/>
          <a:ext cx="10691265" cy="795600"/>
        </a:xfrm>
        <a:prstGeom prst="roundRect">
          <a:avLst/>
        </a:prstGeom>
        <a:solidFill>
          <a:schemeClr val="tx1">
            <a:lumMod val="65000"/>
            <a:lumOff val="3500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9540" tIns="129540" rIns="129540" bIns="129540" numCol="1" spcCol="1270" anchor="ctr" anchorCtr="0">
          <a:noAutofit/>
        </a:bodyPr>
        <a:lstStyle/>
        <a:p>
          <a:pPr marL="0" lvl="0" indent="0" algn="l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3400" kern="1200" dirty="0"/>
            <a:t>Функция сохранения данных в текстовый документ</a:t>
          </a:r>
          <a:endParaRPr lang="en-US" sz="3400" kern="1200" dirty="0"/>
        </a:p>
      </dsp:txBody>
      <dsp:txXfrm>
        <a:off x="38838" y="1064225"/>
        <a:ext cx="10613589" cy="717924"/>
      </dsp:txXfrm>
    </dsp:sp>
    <dsp:sp modelId="{3CCC2E23-C862-44F2-9128-C23CE857CE34}">
      <dsp:nvSpPr>
        <dsp:cNvPr id="0" name=""/>
        <dsp:cNvSpPr/>
      </dsp:nvSpPr>
      <dsp:spPr>
        <a:xfrm>
          <a:off x="0" y="1918908"/>
          <a:ext cx="10691265" cy="795600"/>
        </a:xfrm>
        <a:prstGeom prst="roundRect">
          <a:avLst/>
        </a:prstGeom>
        <a:solidFill>
          <a:schemeClr val="tx1">
            <a:lumMod val="75000"/>
            <a:lumOff val="2500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9540" tIns="129540" rIns="129540" bIns="129540" numCol="1" spcCol="1270" anchor="ctr" anchorCtr="0">
          <a:noAutofit/>
        </a:bodyPr>
        <a:lstStyle/>
        <a:p>
          <a:pPr marL="0" lvl="0" indent="0" algn="l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3400" kern="1200"/>
            <a:t>Форма с списком всех контактов</a:t>
          </a:r>
          <a:endParaRPr lang="en-US" sz="3400" kern="1200"/>
        </a:p>
      </dsp:txBody>
      <dsp:txXfrm>
        <a:off x="38838" y="1957746"/>
        <a:ext cx="10613589" cy="717924"/>
      </dsp:txXfrm>
    </dsp:sp>
    <dsp:sp modelId="{164CD195-A8E5-4863-97FF-EB5328630B49}">
      <dsp:nvSpPr>
        <dsp:cNvPr id="0" name=""/>
        <dsp:cNvSpPr/>
      </dsp:nvSpPr>
      <dsp:spPr>
        <a:xfrm>
          <a:off x="0" y="2812428"/>
          <a:ext cx="10691265" cy="795600"/>
        </a:xfrm>
        <a:prstGeom prst="roundRect">
          <a:avLst/>
        </a:prstGeom>
        <a:solidFill>
          <a:schemeClr val="tx1">
            <a:lumMod val="85000"/>
            <a:lumOff val="1500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9540" tIns="129540" rIns="129540" bIns="129540" numCol="1" spcCol="1270" anchor="ctr" anchorCtr="0">
          <a:noAutofit/>
        </a:bodyPr>
        <a:lstStyle/>
        <a:p>
          <a:pPr marL="0" lvl="0" indent="0" algn="l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3400" kern="1200"/>
            <a:t>Функция удаления ненужных контактов</a:t>
          </a:r>
          <a:endParaRPr lang="en-US" sz="3400" kern="1200"/>
        </a:p>
      </dsp:txBody>
      <dsp:txXfrm>
        <a:off x="38838" y="2851266"/>
        <a:ext cx="10613589" cy="717924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4A3AE79-3ECC-4B4A-9E46-D6A51653442F}">
      <dsp:nvSpPr>
        <dsp:cNvPr id="0" name=""/>
        <dsp:cNvSpPr/>
      </dsp:nvSpPr>
      <dsp:spPr>
        <a:xfrm>
          <a:off x="0" y="9644"/>
          <a:ext cx="6581776" cy="888030"/>
        </a:xfrm>
        <a:prstGeom prst="roundRect">
          <a:avLst/>
        </a:prstGeom>
        <a:solidFill>
          <a:schemeClr val="tx1">
            <a:lumMod val="50000"/>
            <a:lumOff val="5000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300" kern="1200" dirty="0"/>
            <a:t>Улучшение механизма проверки вводимых пользователем данных.</a:t>
          </a:r>
          <a:endParaRPr lang="en-US" sz="2300" kern="1200" dirty="0"/>
        </a:p>
      </dsp:txBody>
      <dsp:txXfrm>
        <a:off x="43350" y="52994"/>
        <a:ext cx="6495076" cy="801330"/>
      </dsp:txXfrm>
    </dsp:sp>
    <dsp:sp modelId="{211494EF-EDA3-4967-9CBB-1AC1D72D85A0}">
      <dsp:nvSpPr>
        <dsp:cNvPr id="0" name=""/>
        <dsp:cNvSpPr/>
      </dsp:nvSpPr>
      <dsp:spPr>
        <a:xfrm>
          <a:off x="0" y="963914"/>
          <a:ext cx="6581776" cy="888030"/>
        </a:xfrm>
        <a:prstGeom prst="roundRect">
          <a:avLst/>
        </a:prstGeom>
        <a:solidFill>
          <a:schemeClr val="tx1">
            <a:lumMod val="65000"/>
            <a:lumOff val="3500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300" kern="1200"/>
            <a:t>Реализация возможности прикрепления заметок к каждому контакту.</a:t>
          </a:r>
          <a:endParaRPr lang="en-US" sz="2300" kern="1200"/>
        </a:p>
      </dsp:txBody>
      <dsp:txXfrm>
        <a:off x="43350" y="1007264"/>
        <a:ext cx="6495076" cy="801330"/>
      </dsp:txXfrm>
    </dsp:sp>
    <dsp:sp modelId="{B7D5BEF9-A444-4D73-9FF5-1EFBCEA39414}">
      <dsp:nvSpPr>
        <dsp:cNvPr id="0" name=""/>
        <dsp:cNvSpPr/>
      </dsp:nvSpPr>
      <dsp:spPr>
        <a:xfrm>
          <a:off x="0" y="1918184"/>
          <a:ext cx="6581776" cy="888030"/>
        </a:xfrm>
        <a:prstGeom prst="roundRect">
          <a:avLst/>
        </a:prstGeom>
        <a:solidFill>
          <a:schemeClr val="tx1">
            <a:lumMod val="75000"/>
            <a:lumOff val="2500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300" kern="1200"/>
            <a:t>Расширение функционала за счет возможности редактирования контактов.</a:t>
          </a:r>
          <a:endParaRPr lang="en-US" sz="2300" kern="1200"/>
        </a:p>
      </dsp:txBody>
      <dsp:txXfrm>
        <a:off x="43350" y="1961534"/>
        <a:ext cx="6495076" cy="801330"/>
      </dsp:txXfrm>
    </dsp:sp>
    <dsp:sp modelId="{AE778825-845E-4716-9F61-C9E318C8E436}">
      <dsp:nvSpPr>
        <dsp:cNvPr id="0" name=""/>
        <dsp:cNvSpPr/>
      </dsp:nvSpPr>
      <dsp:spPr>
        <a:xfrm>
          <a:off x="0" y="2872454"/>
          <a:ext cx="6581776" cy="888030"/>
        </a:xfrm>
        <a:prstGeom prst="roundRect">
          <a:avLst/>
        </a:prstGeom>
        <a:solidFill>
          <a:schemeClr val="tx1">
            <a:lumMod val="85000"/>
            <a:lumOff val="1500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300" kern="1200"/>
            <a:t>Улучшение пользовательского интерфейса для более удобного использования приложения.</a:t>
          </a:r>
          <a:endParaRPr lang="en-US" sz="2300" kern="1200"/>
        </a:p>
      </dsp:txBody>
      <dsp:txXfrm>
        <a:off x="43350" y="2915804"/>
        <a:ext cx="6495076" cy="801330"/>
      </dsp:txXfrm>
    </dsp:sp>
    <dsp:sp modelId="{FEB4A385-2FAD-4E13-8875-9EAABE26D42C}">
      <dsp:nvSpPr>
        <dsp:cNvPr id="0" name=""/>
        <dsp:cNvSpPr/>
      </dsp:nvSpPr>
      <dsp:spPr>
        <a:xfrm>
          <a:off x="0" y="3826725"/>
          <a:ext cx="6581776" cy="888030"/>
        </a:xfrm>
        <a:prstGeom prst="roundRect">
          <a:avLst/>
        </a:prstGeom>
        <a:solidFill>
          <a:schemeClr val="tx1">
            <a:lumMod val="95000"/>
            <a:lumOff val="500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300" kern="1200"/>
            <a:t>Добавление функции группировки контактов по категориям.</a:t>
          </a:r>
          <a:endParaRPr lang="en-US" sz="2300" kern="1200"/>
        </a:p>
      </dsp:txBody>
      <dsp:txXfrm>
        <a:off x="43350" y="3870075"/>
        <a:ext cx="6495076" cy="80133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8DE6C8-AB1D-4204-BC9C-3366B0BF043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04088" y="889820"/>
            <a:ext cx="9989574" cy="3598606"/>
          </a:xfrm>
        </p:spPr>
        <p:txBody>
          <a:bodyPr anchor="t">
            <a:normAutofit/>
          </a:bodyPr>
          <a:lstStyle>
            <a:lvl1pPr algn="l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A7B9009-EE50-4EE5-B6EB-CD6EC83D3FA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04088" y="4488426"/>
            <a:ext cx="6991776" cy="1302774"/>
          </a:xfrm>
        </p:spPr>
        <p:txBody>
          <a:bodyPr anchor="b">
            <a:normAutofit/>
          </a:bodyPr>
          <a:lstStyle>
            <a:lvl1pPr marL="0" indent="0" algn="l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9C8667E-058A-436F-B8EA-5B3A99D43D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D1EADE-8E88-4C7C-8AC5-FB148DE4940E}" type="datetime1">
              <a:rPr lang="en-US" smtClean="0"/>
              <a:t>6/29/2026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2680305-1AD7-482D-BFFD-6CDB83AB39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E5762A1-52E9-402D-B65E-DF193E44CE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418412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987CA6-BFD9-4CB1-8892-F6B062E824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CDA8C3-9C0C-4E52-9A62-E4DB159E6B0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C3EC35-E02F-41FF-9232-F90692A902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7B6794-849E-4626-908B-D15793550EFB}" type="datetime1">
              <a:rPr lang="en-US" smtClean="0"/>
              <a:t>6/29/2026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9D13D38-5DF1-443B-8A12-71E834FDC6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25E644A-4A37-4757-9809-5B035E2874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297196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E6578B-CD85-4BF1-A729-E8E8079B59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5383" y="1709738"/>
            <a:ext cx="10632067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58448C1-C13F-4826-8347-EEB00A6643D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15383" y="4589463"/>
            <a:ext cx="10632067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806546A-957F-4C4D-9744-1177AD258E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DB64E7-5594-42A3-ADBF-E95A7ACEAD64}" type="datetime1">
              <a:rPr lang="en-US" smtClean="0"/>
              <a:t>6/29/2026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DB149C-CC63-4E3A-A83D-EF637EB519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DB94775-7982-41EC-B584-D51224D38F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996452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CE4BD8-507D-48E4-A624-F16A741C36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0635" y="914400"/>
            <a:ext cx="10691265" cy="130759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0A07E4-3A39-457C-A059-7DFB6039D94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704088" y="2221992"/>
            <a:ext cx="5212080" cy="373989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B141E17-47CE-4A78-B0FA-0E9786DA67C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81344" y="2221992"/>
            <a:ext cx="5212080" cy="373989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F02C13-D3ED-4044-9716-F29D79A184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462B0B-D248-4FFB-8695-AD7FA4B1284A}" type="datetime1">
              <a:rPr lang="en-US" smtClean="0"/>
              <a:t>6/29/2026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AF334AD-FB29-4355-B5CF-85E61B4F34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A5AA154-790C-4774-9C21-8C543E733F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367407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07DD35-7673-4F88-86B0-634883B5E3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4087" y="929147"/>
            <a:ext cx="10689336" cy="79845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EC820D7-3E0B-47C6-A583-C4C839C5AF0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04088" y="1756538"/>
            <a:ext cx="5212080" cy="657225"/>
          </a:xfrm>
        </p:spPr>
        <p:txBody>
          <a:bodyPr anchor="b">
            <a:normAutofit/>
          </a:bodyPr>
          <a:lstStyle>
            <a:lvl1pPr marL="0" indent="0">
              <a:buNone/>
              <a:defRPr sz="1600" b="1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A839A7B-97D5-400F-B802-A0FF28FE9F1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704088" y="2442702"/>
            <a:ext cx="5212080" cy="351918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2E0ECA2-DBF1-4681-9DFA-93AFD1B371D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81344" y="1756538"/>
            <a:ext cx="5212080" cy="657225"/>
          </a:xfrm>
        </p:spPr>
        <p:txBody>
          <a:bodyPr anchor="b">
            <a:normAutofit/>
          </a:bodyPr>
          <a:lstStyle>
            <a:lvl1pPr marL="0" indent="0">
              <a:buNone/>
              <a:defRPr sz="1600" b="1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90EBBBB-517F-4ED7-9E51-CF0F7590B4D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81344" y="2442702"/>
            <a:ext cx="5212080" cy="351918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511B5C7-1E37-478F-B4B0-C7202FFE41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378EFB-9159-4510-B73F-4F0409ADE937}" type="datetime1">
              <a:rPr lang="en-US" smtClean="0"/>
              <a:t>6/29/2026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153F7EF-507C-4CB3-86C5-8B34FFFC1D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8E3DEA6-E4EB-4C2A-8B4F-55EC965B62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884912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032964-A933-4B98-A141-A4B316DAFA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D684C9D-23DA-42B0-9DD3-7592F72E8D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BC9412-2452-4BED-A324-9D8C115361AD}" type="datetime1">
              <a:rPr lang="en-US" smtClean="0"/>
              <a:t>6/29/2026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8BF8F05-876F-49D8-AE30-5BB2A91ECD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53D20DA-9260-4577-BB51-789570A243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305131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D2C1F24-E0A1-45A7-8EF5-92CD979934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318F62-D251-40E8-A23C-F4CFE9FEAB41}" type="datetime1">
              <a:rPr lang="en-US" smtClean="0"/>
              <a:t>6/29/2026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E021C19-210E-46B0-9036-5D8AECC926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A880FEF-487E-44DF-8615-DF22104196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685842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A568EE-74C8-43A6-90BC-2DDD965CF6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4088" y="1069848"/>
            <a:ext cx="4093599" cy="1316736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1C35AC-CAE3-48CF-A3E4-A075C9FDD71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1069848"/>
            <a:ext cx="6172200" cy="4791202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D9D03EA-5FAD-4609-A2B8-624E426847E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704088" y="2551176"/>
            <a:ext cx="4093599" cy="3319272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B58D2EA-2191-4216-B64D-067BDFE123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F76144-149E-4874-93A5-554A0357CF82}" type="datetime1">
              <a:rPr lang="en-US" smtClean="0"/>
              <a:t>6/29/2026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8042128-DAB4-481C-BEE6-3523E8E88B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E50E382-C500-4A4C-A7C6-43860383AB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769140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9FE98B-EACF-4251-A8AF-0D9EDD17C6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4088" y="1066800"/>
            <a:ext cx="4103431" cy="1317523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905F473-761A-4002-AF70-9FF878D0139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1066800"/>
            <a:ext cx="6172200" cy="479425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A0C2E6A-F834-4540-BB00-E13CB45DC36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704088" y="2552700"/>
            <a:ext cx="4103431" cy="33162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0C38EAB-AD63-415C-B263-BA1D8FBE3C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BA65D8-0540-4835-AE5C-25D29DBA01BE}" type="datetime1">
              <a:rPr lang="en-US" smtClean="0"/>
              <a:t>6/29/2026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22E5541-B6DE-45E8-BCFE-0DFC4F5740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BB78D45-289B-46AF-8CB9-E6150BEA17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924844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6359C1-C098-4BF4-A55D-782F4E606B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D343C7E-1E8B-4D38-9B81-1AA2A8978ED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8A70B00-53AE-4D3F-91BE-A8D789ED98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3C8B9C-477D-492A-96AD-1FC2CC997A73}" type="datetime1">
              <a:rPr lang="en-US" smtClean="0"/>
              <a:t>6/29/2026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6647FC7-8124-4F70-A849-B6BCC5189C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47CEBE4-50DC-47DB-B699-CCC024336C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830414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B418279-D3B8-4C6A-AB74-9DE37777127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9242322" y="997974"/>
            <a:ext cx="2349043" cy="4984956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28F733C-9309-4197-BACA-207CDC8935C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768927" y="997973"/>
            <a:ext cx="8473395" cy="4984956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6ACD4D0-5BE6-412D-B08B-5DFFD59351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D3AED5-E26D-4E29-B1B3-7847B6779594}" type="datetime1">
              <a:rPr lang="en-US" smtClean="0"/>
              <a:t>6/29/2026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5021651-B786-4A39-A10F-F5231D0A2C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4504D2D-9379-40DE-9F45-3004BE54F1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180243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7A362AC-B59F-4AC7-B279-57DDD5336B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0635" y="914400"/>
            <a:ext cx="10691265" cy="1307592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E6042DB-75BD-4EC1-B6D9-8A72EF940CA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00635" y="2221992"/>
            <a:ext cx="10691265" cy="373989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1DD1378-7C96-4079-B44C-3D86B465759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69448" y="6356350"/>
            <a:ext cx="254956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/>
                </a:solidFill>
                <a:latin typeface="+mj-lt"/>
              </a:defRPr>
            </a:lvl1pPr>
          </a:lstStyle>
          <a:p>
            <a:fld id="{E31BA835-12AC-4E8F-955A-EA3F4DE2791F}" type="datetime1">
              <a:rPr lang="en-US" smtClean="0"/>
              <a:t>6/29/2026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19B6B78-577F-43F5-BAEE-BF72484C985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04088" y="6356350"/>
            <a:ext cx="453972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/>
                </a:solidFill>
                <a:latin typeface="+mj-lt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CC75B8-AF8F-4D8A-9B3D-D1951A64BAD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919012" y="6356350"/>
            <a:ext cx="67235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800">
                <a:solidFill>
                  <a:schemeClr val="tx1"/>
                </a:solidFill>
              </a:defRPr>
            </a:lvl1pPr>
          </a:lstStyle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F64F9B95-9045-48D2-B9F3-2927E98F54AA}"/>
              </a:ext>
            </a:extLst>
          </p:cNvPr>
          <p:cNvCxnSpPr>
            <a:cxnSpLocks/>
          </p:cNvCxnSpPr>
          <p:nvPr/>
        </p:nvCxnSpPr>
        <p:spPr>
          <a:xfrm>
            <a:off x="800100" y="723900"/>
            <a:ext cx="105918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085AA86F-6A4D-4BCB-A045-D992CDC2959B}"/>
              </a:ext>
            </a:extLst>
          </p:cNvPr>
          <p:cNvCxnSpPr>
            <a:cxnSpLocks/>
          </p:cNvCxnSpPr>
          <p:nvPr/>
        </p:nvCxnSpPr>
        <p:spPr>
          <a:xfrm>
            <a:off x="800100" y="6142781"/>
            <a:ext cx="105918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6827281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2" r:id="rId1"/>
    <p:sldLayoutId id="2147483743" r:id="rId2"/>
    <p:sldLayoutId id="2147483744" r:id="rId3"/>
    <p:sldLayoutId id="2147483745" r:id="rId4"/>
    <p:sldLayoutId id="2147483746" r:id="rId5"/>
    <p:sldLayoutId id="2147483740" r:id="rId6"/>
    <p:sldLayoutId id="2147483736" r:id="rId7"/>
    <p:sldLayoutId id="2147483737" r:id="rId8"/>
    <p:sldLayoutId id="2147483738" r:id="rId9"/>
    <p:sldLayoutId id="2147483739" r:id="rId10"/>
    <p:sldLayoutId id="2147483741" r:id="rId11"/>
  </p:sldLayoutIdLst>
  <p:hf sldNum="0" hdr="0" ftr="0" dt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4000" kern="1200" cap="all" spc="30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10000"/>
        </a:lnSpc>
        <a:spcBef>
          <a:spcPts val="1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1" name="Rectangle 30">
            <a:extLst>
              <a:ext uri="{FF2B5EF4-FFF2-40B4-BE49-F238E27FC236}">
                <a16:creationId xmlns:a16="http://schemas.microsoft.com/office/drawing/2014/main" id="{DEF92653-5D6D-47E6-8744-0DAF76E049C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CA71B6B-3F4E-1330-9157-CD24BD88515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78426" y="889820"/>
            <a:ext cx="9068889" cy="3598606"/>
          </a:xfrm>
        </p:spPr>
        <p:txBody>
          <a:bodyPr>
            <a:normAutofit/>
          </a:bodyPr>
          <a:lstStyle/>
          <a:p>
            <a:r>
              <a:rPr lang="ru-RU" sz="8000"/>
              <a:t>Список контактов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0BDEF7CB-FDD1-0848-C5C5-4621B873B80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04088" y="4488426"/>
            <a:ext cx="6991776" cy="1302774"/>
          </a:xfrm>
        </p:spPr>
        <p:txBody>
          <a:bodyPr>
            <a:normAutofit/>
          </a:bodyPr>
          <a:lstStyle/>
          <a:p>
            <a:r>
              <a:rPr lang="ru-RU" sz="2400"/>
              <a:t>Газаев Эмиль Бадриевич</a:t>
            </a:r>
          </a:p>
        </p:txBody>
      </p: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21A926A9-9B62-48DD-A56E-C2E86029C28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723900"/>
            <a:ext cx="105918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F1D0CB6C-6FF5-4985-B4B9-2C276BBBFE2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6142781"/>
            <a:ext cx="105918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2592830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9" name="Rectangle 28">
            <a:extLst>
              <a:ext uri="{FF2B5EF4-FFF2-40B4-BE49-F238E27FC236}">
                <a16:creationId xmlns:a16="http://schemas.microsoft.com/office/drawing/2014/main" id="{F68B2C62-7648-4430-90D5-AE0F252AF1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AAEF94F-DD18-6544-1D0D-0C5E3BA3CE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4088" y="5494684"/>
            <a:ext cx="10725912" cy="756996"/>
          </a:xfrm>
        </p:spPr>
        <p:txBody>
          <a:bodyPr>
            <a:normAutofit/>
          </a:bodyPr>
          <a:lstStyle/>
          <a:p>
            <a:r>
              <a:rPr lang="ru-RU" dirty="0"/>
              <a:t>Задача приложения</a:t>
            </a:r>
          </a:p>
        </p:txBody>
      </p: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9BB96FAB-CCBF-4D1E-9D0D-B038ACC29B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5308600"/>
            <a:ext cx="105791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18" name="Объект 8">
            <a:extLst>
              <a:ext uri="{FF2B5EF4-FFF2-40B4-BE49-F238E27FC236}">
                <a16:creationId xmlns:a16="http://schemas.microsoft.com/office/drawing/2014/main" id="{D6CD6339-C2F2-1236-56D2-08DA709CB36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139915884"/>
              </p:ext>
            </p:extLst>
          </p:nvPr>
        </p:nvGraphicFramePr>
        <p:xfrm>
          <a:off x="723900" y="761999"/>
          <a:ext cx="10706100" cy="410067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73448618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2" name="Rectangle 21">
            <a:extLst>
              <a:ext uri="{FF2B5EF4-FFF2-40B4-BE49-F238E27FC236}">
                <a16:creationId xmlns:a16="http://schemas.microsoft.com/office/drawing/2014/main" id="{E49D7415-2F11-44C2-B6AA-13A25B6814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C5FC637-335E-B17C-7BFE-6AB5921706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4089" y="914400"/>
            <a:ext cx="3453844" cy="1463040"/>
          </a:xfrm>
        </p:spPr>
        <p:txBody>
          <a:bodyPr anchor="t">
            <a:normAutofit/>
          </a:bodyPr>
          <a:lstStyle/>
          <a:p>
            <a:r>
              <a:rPr lang="ru-RU" dirty="0"/>
              <a:t>Основа приложения</a:t>
            </a:r>
          </a:p>
        </p:txBody>
      </p: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A7C10D4C-8DED-200E-3237-3345F3F2A18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4672" y="723900"/>
            <a:ext cx="10588752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Объект 16">
            <a:extLst>
              <a:ext uri="{FF2B5EF4-FFF2-40B4-BE49-F238E27FC236}">
                <a16:creationId xmlns:a16="http://schemas.microsoft.com/office/drawing/2014/main" id="{68880D7E-1F1B-4584-A1AC-33136774DE7D}"/>
              </a:ext>
            </a:extLst>
          </p:cNvPr>
          <p:cNvSpPr>
            <a:spLocks noGrp="1"/>
          </p:cNvSpPr>
          <p:nvPr>
            <p:ph sz="quarter" idx="4294967295"/>
          </p:nvPr>
        </p:nvSpPr>
        <p:spPr>
          <a:xfrm>
            <a:off x="6980238" y="2443163"/>
            <a:ext cx="5211762" cy="3519487"/>
          </a:xfrm>
        </p:spPr>
        <p:txBody>
          <a:bodyPr/>
          <a:lstStyle/>
          <a:p>
            <a:endParaRPr lang="en-US" dirty="0"/>
          </a:p>
          <a:p>
            <a:endParaRPr lang="en-US" dirty="0"/>
          </a:p>
          <a:p>
            <a:endParaRPr lang="en-US" dirty="0">
              <a:solidFill>
                <a:schemeClr val="bg1"/>
              </a:solidFill>
            </a:endParaRPr>
          </a:p>
          <a:p>
            <a:endParaRPr lang="ru-RU" dirty="0"/>
          </a:p>
        </p:txBody>
      </p: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E8F7F80F-9EDD-0EEA-B6D7-E116EBA4FAD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9065" y="2497143"/>
            <a:ext cx="10582835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8" name="Объект 5">
            <a:extLst>
              <a:ext uri="{FF2B5EF4-FFF2-40B4-BE49-F238E27FC236}">
                <a16:creationId xmlns:a16="http://schemas.microsoft.com/office/drawing/2014/main" id="{597E818F-9499-416F-DE42-104C19D7F5B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441775628"/>
              </p:ext>
            </p:extLst>
          </p:nvPr>
        </p:nvGraphicFramePr>
        <p:xfrm>
          <a:off x="4862022" y="1014984"/>
          <a:ext cx="6614593" cy="136245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graphicFrame>
        <p:nvGraphicFramePr>
          <p:cNvPr id="18" name="Таблица 18">
            <a:extLst>
              <a:ext uri="{FF2B5EF4-FFF2-40B4-BE49-F238E27FC236}">
                <a16:creationId xmlns:a16="http://schemas.microsoft.com/office/drawing/2014/main" id="{F97D69FF-5A26-FB6B-27F8-0CCC148D7EB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570735"/>
              </p:ext>
            </p:extLst>
          </p:nvPr>
        </p:nvGraphicFramePr>
        <p:xfrm>
          <a:off x="804672" y="3760393"/>
          <a:ext cx="3986402" cy="46537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986402">
                  <a:extLst>
                    <a:ext uri="{9D8B030D-6E8A-4147-A177-3AD203B41FA5}">
                      <a16:colId xmlns:a16="http://schemas.microsoft.com/office/drawing/2014/main" val="3292580476"/>
                    </a:ext>
                  </a:extLst>
                </a:gridCol>
              </a:tblGrid>
              <a:tr h="465372"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Имя, фамилия, телефон контакта</a:t>
                      </a:r>
                    </a:p>
                  </a:txBody>
                  <a:tcPr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86894210"/>
                  </a:ext>
                </a:extLst>
              </a:tr>
            </a:tbl>
          </a:graphicData>
        </a:graphic>
      </p:graphicFrame>
      <p:graphicFrame>
        <p:nvGraphicFramePr>
          <p:cNvPr id="19" name="Таблица 19">
            <a:extLst>
              <a:ext uri="{FF2B5EF4-FFF2-40B4-BE49-F238E27FC236}">
                <a16:creationId xmlns:a16="http://schemas.microsoft.com/office/drawing/2014/main" id="{AC3ABBB7-C816-DD76-D1EF-E51461ED446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73663918"/>
              </p:ext>
            </p:extLst>
          </p:nvPr>
        </p:nvGraphicFramePr>
        <p:xfrm>
          <a:off x="7400926" y="3760392"/>
          <a:ext cx="3986402" cy="46537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986402">
                  <a:extLst>
                    <a:ext uri="{9D8B030D-6E8A-4147-A177-3AD203B41FA5}">
                      <a16:colId xmlns:a16="http://schemas.microsoft.com/office/drawing/2014/main" val="2660008086"/>
                    </a:ext>
                  </a:extLst>
                </a:gridCol>
              </a:tblGrid>
              <a:tr h="465372"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Сохранение данных контакта</a:t>
                      </a:r>
                    </a:p>
                  </a:txBody>
                  <a:tcPr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32505196"/>
                  </a:ext>
                </a:extLst>
              </a:tr>
            </a:tbl>
          </a:graphicData>
        </a:graphic>
      </p:graphicFrame>
      <p:graphicFrame>
        <p:nvGraphicFramePr>
          <p:cNvPr id="20" name="Таблица 20">
            <a:extLst>
              <a:ext uri="{FF2B5EF4-FFF2-40B4-BE49-F238E27FC236}">
                <a16:creationId xmlns:a16="http://schemas.microsoft.com/office/drawing/2014/main" id="{F43C96D6-4ECA-C31C-1AE0-916BE0478BB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36838337"/>
              </p:ext>
            </p:extLst>
          </p:nvPr>
        </p:nvGraphicFramePr>
        <p:xfrm>
          <a:off x="2066734" y="3112890"/>
          <a:ext cx="1462278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62278">
                  <a:extLst>
                    <a:ext uri="{9D8B030D-6E8A-4147-A177-3AD203B41FA5}">
                      <a16:colId xmlns:a16="http://schemas.microsoft.com/office/drawing/2014/main" val="110717871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Contact</a:t>
                      </a:r>
                      <a:endParaRPr lang="ru-RU" dirty="0"/>
                    </a:p>
                  </a:txBody>
                  <a:tcPr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60897161"/>
                  </a:ext>
                </a:extLst>
              </a:tr>
            </a:tbl>
          </a:graphicData>
        </a:graphic>
      </p:graphicFrame>
      <p:graphicFrame>
        <p:nvGraphicFramePr>
          <p:cNvPr id="21" name="Таблица 22">
            <a:extLst>
              <a:ext uri="{FF2B5EF4-FFF2-40B4-BE49-F238E27FC236}">
                <a16:creationId xmlns:a16="http://schemas.microsoft.com/office/drawing/2014/main" id="{0D259DF4-7E49-7A97-76F0-E872CAB5D5F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41519623"/>
              </p:ext>
            </p:extLst>
          </p:nvPr>
        </p:nvGraphicFramePr>
        <p:xfrm>
          <a:off x="8854980" y="3176034"/>
          <a:ext cx="1462278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62278">
                  <a:extLst>
                    <a:ext uri="{9D8B030D-6E8A-4147-A177-3AD203B41FA5}">
                      <a16:colId xmlns:a16="http://schemas.microsoft.com/office/drawing/2014/main" val="243620991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CheckInfo</a:t>
                      </a:r>
                      <a:endParaRPr lang="ru-RU" dirty="0"/>
                    </a:p>
                  </a:txBody>
                  <a:tcPr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24562974"/>
                  </a:ext>
                </a:extLst>
              </a:tr>
            </a:tbl>
          </a:graphicData>
        </a:graphic>
      </p:graphicFrame>
      <p:graphicFrame>
        <p:nvGraphicFramePr>
          <p:cNvPr id="23" name="Таблица 24">
            <a:extLst>
              <a:ext uri="{FF2B5EF4-FFF2-40B4-BE49-F238E27FC236}">
                <a16:creationId xmlns:a16="http://schemas.microsoft.com/office/drawing/2014/main" id="{840E39AC-0CC4-1012-BC6E-2B90FDFA46A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52165087"/>
              </p:ext>
            </p:extLst>
          </p:nvPr>
        </p:nvGraphicFramePr>
        <p:xfrm>
          <a:off x="7400926" y="4474936"/>
          <a:ext cx="3986402" cy="46537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986402">
                  <a:extLst>
                    <a:ext uri="{9D8B030D-6E8A-4147-A177-3AD203B41FA5}">
                      <a16:colId xmlns:a16="http://schemas.microsoft.com/office/drawing/2014/main" val="823121612"/>
                    </a:ext>
                  </a:extLst>
                </a:gridCol>
              </a:tblGrid>
              <a:tr h="465371"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Удаление данных контакта</a:t>
                      </a:r>
                    </a:p>
                  </a:txBody>
                  <a:tcPr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3060134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2443895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99930D9-8D89-350F-D14C-833DCB1473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Пользователю представлены</a:t>
            </a:r>
          </a:p>
        </p:txBody>
      </p:sp>
      <p:graphicFrame>
        <p:nvGraphicFramePr>
          <p:cNvPr id="7" name="Объект 2">
            <a:extLst>
              <a:ext uri="{FF2B5EF4-FFF2-40B4-BE49-F238E27FC236}">
                <a16:creationId xmlns:a16="http://schemas.microsoft.com/office/drawing/2014/main" id="{3B3FFE4C-6421-B27A-286A-2D5B2AB7A08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695336978"/>
              </p:ext>
            </p:extLst>
          </p:nvPr>
        </p:nvGraphicFramePr>
        <p:xfrm>
          <a:off x="700635" y="2221992"/>
          <a:ext cx="10691265" cy="373989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42530788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F68B2C62-7648-4430-90D5-AE0F252AF1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385B4AA-5268-BC5E-E3E6-7B9DB30444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4088" y="914400"/>
            <a:ext cx="3660776" cy="4404064"/>
          </a:xfrm>
        </p:spPr>
        <p:txBody>
          <a:bodyPr>
            <a:normAutofit/>
          </a:bodyPr>
          <a:lstStyle/>
          <a:p>
            <a:r>
              <a:rPr lang="ru-RU" dirty="0"/>
              <a:t>Идеи на будущее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B75B4F83-6FDB-4998-8E11-31CE6E7040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723900"/>
            <a:ext cx="105918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B0794B99-5B9D-4B94-9505-1EDED76CD61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6142781"/>
            <a:ext cx="105918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5" name="Объект 2">
            <a:extLst>
              <a:ext uri="{FF2B5EF4-FFF2-40B4-BE49-F238E27FC236}">
                <a16:creationId xmlns:a16="http://schemas.microsoft.com/office/drawing/2014/main" id="{6AE0F337-A4DD-809F-7771-085FFE57B14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101087062"/>
              </p:ext>
            </p:extLst>
          </p:nvPr>
        </p:nvGraphicFramePr>
        <p:xfrm>
          <a:off x="4876800" y="1066801"/>
          <a:ext cx="6581776" cy="47244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87022971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>
            <a:extLst>
              <a:ext uri="{FF2B5EF4-FFF2-40B4-BE49-F238E27FC236}">
                <a16:creationId xmlns:a16="http://schemas.microsoft.com/office/drawing/2014/main" id="{AC860BDC-EF1F-F3AB-B6DA-032F4C0DD7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dirty="0"/>
              <a:t>Спасибо за внимание!</a:t>
            </a:r>
          </a:p>
        </p:txBody>
      </p:sp>
    </p:spTree>
    <p:extLst>
      <p:ext uri="{BB962C8B-B14F-4D97-AF65-F5344CB8AC3E}">
        <p14:creationId xmlns:p14="http://schemas.microsoft.com/office/powerpoint/2010/main" val="2536271562"/>
      </p:ext>
    </p:extLst>
  </p:cSld>
  <p:clrMapOvr>
    <a:masterClrMapping/>
  </p:clrMapOvr>
</p:sld>
</file>

<file path=ppt/theme/theme1.xml><?xml version="1.0" encoding="utf-8"?>
<a:theme xmlns:a="http://schemas.openxmlformats.org/drawingml/2006/main" name="ChronicleVTI">
  <a:themeElements>
    <a:clrScheme name="Chronicle">
      <a:dk1>
        <a:srgbClr val="000000"/>
      </a:dk1>
      <a:lt1>
        <a:srgbClr val="FFFFFF"/>
      </a:lt1>
      <a:dk2>
        <a:srgbClr val="1C1C32"/>
      </a:dk2>
      <a:lt2>
        <a:srgbClr val="F8F4F1"/>
      </a:lt2>
      <a:accent1>
        <a:srgbClr val="734B67"/>
      </a:accent1>
      <a:accent2>
        <a:srgbClr val="959EBB"/>
      </a:accent2>
      <a:accent3>
        <a:srgbClr val="596781"/>
      </a:accent3>
      <a:accent4>
        <a:srgbClr val="7F6E8C"/>
      </a:accent4>
      <a:accent5>
        <a:srgbClr val="DB9A8F"/>
      </a:accent5>
      <a:accent6>
        <a:srgbClr val="C29AB1"/>
      </a:accent6>
      <a:hlink>
        <a:srgbClr val="778BA2"/>
      </a:hlink>
      <a:folHlink>
        <a:srgbClr val="A27C99"/>
      </a:folHlink>
    </a:clrScheme>
    <a:fontScheme name="Univers Calisto">
      <a:majorFont>
        <a:latin typeface="Univers Condensed"/>
        <a:ea typeface=""/>
        <a:cs typeface=""/>
      </a:majorFont>
      <a:minorFont>
        <a:latin typeface="Calisto M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 w="12700" cap="flat" cmpd="sng" algn="ctr">
          <a:noFill/>
          <a:prstDash val="solid"/>
          <a:miter lim="800000"/>
        </a:ln>
        <a:effectLst/>
        <a:extLst>
          <a:ext uri="{91240B29-F687-4F45-9708-019B960494DF}">
            <a14:hiddenLine xmlns:a14="http://schemas.microsoft.com/office/drawing/2010/main" w="12700" cap="flat" cmpd="sng" algn="ctr">
              <a:solidFill>
                <a:schemeClr val="accent1">
                  <a:shade val="50000"/>
                </a:schemeClr>
              </a:solidFill>
              <a:prstDash val="solid"/>
              <a:miter lim="800000"/>
            </a14:hiddenLine>
          </a:ext>
        </a:extLst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ChronicleVTI" id="{508E4D90-5116-4BF0-876B-3F422DD1F65F}" vid="{AA21DC3D-92A8-43A4-8358-ED428371CD55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61</TotalTime>
  <Words>113</Words>
  <Application>Microsoft Office PowerPoint</Application>
  <PresentationFormat>Широкоэкранный</PresentationFormat>
  <Paragraphs>30</Paragraphs>
  <Slides>6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6</vt:i4>
      </vt:variant>
    </vt:vector>
  </HeadingPairs>
  <TitlesOfParts>
    <vt:vector size="10" baseType="lpstr">
      <vt:lpstr>Arial</vt:lpstr>
      <vt:lpstr>Calisto MT</vt:lpstr>
      <vt:lpstr>Univers Condensed</vt:lpstr>
      <vt:lpstr>ChronicleVTI</vt:lpstr>
      <vt:lpstr>Список контактов</vt:lpstr>
      <vt:lpstr>Задача приложения</vt:lpstr>
      <vt:lpstr>Основа приложения</vt:lpstr>
      <vt:lpstr>Пользователю представлены</vt:lpstr>
      <vt:lpstr>Идеи на будущее</vt:lpstr>
      <vt:lpstr>Спасибо за внимание!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Список контактов</dc:title>
  <dc:creator>Emil Gazaev</dc:creator>
  <cp:lastModifiedBy>Emil Gazaev</cp:lastModifiedBy>
  <cp:revision>2</cp:revision>
  <dcterms:created xsi:type="dcterms:W3CDTF">2026-06-29T18:45:58Z</dcterms:created>
  <dcterms:modified xsi:type="dcterms:W3CDTF">2026-06-29T20:03:05Z</dcterms:modified>
</cp:coreProperties>
</file>