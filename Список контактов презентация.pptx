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7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84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FC518B3-87F0-4C72-B2B5-8256CC4CA1F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2" csCatId="colorful" phldr="1"/>
      <dgm:spPr/>
      <dgm:t>
        <a:bodyPr/>
        <a:lstStyle/>
        <a:p>
          <a:endParaRPr lang="en-US"/>
        </a:p>
      </dgm:t>
    </dgm:pt>
    <dgm:pt modelId="{CD0883F4-5EEB-4527-9045-30A213C88EC7}">
      <dgm:prSet/>
      <dgm:spPr/>
      <dgm:t>
        <a:bodyPr/>
        <a:lstStyle/>
        <a:p>
          <a:r>
            <a:rPr lang="ru-RU"/>
            <a:t>Создание списка всех контактов</a:t>
          </a:r>
          <a:endParaRPr lang="en-US"/>
        </a:p>
      </dgm:t>
    </dgm:pt>
    <dgm:pt modelId="{94CC069B-7F73-4B6A-8200-F8FE929BEBE9}" type="parTrans" cxnId="{ED204537-3661-40C9-82CD-9D6967E79967}">
      <dgm:prSet/>
      <dgm:spPr/>
      <dgm:t>
        <a:bodyPr/>
        <a:lstStyle/>
        <a:p>
          <a:endParaRPr lang="en-US"/>
        </a:p>
      </dgm:t>
    </dgm:pt>
    <dgm:pt modelId="{8A91C946-2664-4F25-B330-3A938A277C69}" type="sibTrans" cxnId="{ED204537-3661-40C9-82CD-9D6967E79967}">
      <dgm:prSet/>
      <dgm:spPr/>
      <dgm:t>
        <a:bodyPr/>
        <a:lstStyle/>
        <a:p>
          <a:endParaRPr lang="en-US"/>
        </a:p>
      </dgm:t>
    </dgm:pt>
    <dgm:pt modelId="{F0AFE336-C31E-404C-8154-F6BCC51C8A00}">
      <dgm:prSet/>
      <dgm:spPr/>
      <dgm:t>
        <a:bodyPr/>
        <a:lstStyle/>
        <a:p>
          <a:r>
            <a:rPr lang="ru-RU" dirty="0"/>
            <a:t>Легкий доступ к информации</a:t>
          </a:r>
          <a:endParaRPr lang="en-US" dirty="0"/>
        </a:p>
      </dgm:t>
    </dgm:pt>
    <dgm:pt modelId="{864B97ED-EEF9-44F9-93C0-0C64614A3501}" type="parTrans" cxnId="{8249DCC6-755E-4BB1-80AC-FB8CEE245927}">
      <dgm:prSet/>
      <dgm:spPr/>
      <dgm:t>
        <a:bodyPr/>
        <a:lstStyle/>
        <a:p>
          <a:endParaRPr lang="en-US"/>
        </a:p>
      </dgm:t>
    </dgm:pt>
    <dgm:pt modelId="{E24037E7-2730-42BC-998B-FC2702A9CE75}" type="sibTrans" cxnId="{8249DCC6-755E-4BB1-80AC-FB8CEE245927}">
      <dgm:prSet/>
      <dgm:spPr/>
      <dgm:t>
        <a:bodyPr/>
        <a:lstStyle/>
        <a:p>
          <a:endParaRPr lang="en-US"/>
        </a:p>
      </dgm:t>
    </dgm:pt>
    <dgm:pt modelId="{2CBCB8A6-2158-450B-BF3A-C16551B59616}">
      <dgm:prSet/>
      <dgm:spPr/>
      <dgm:t>
        <a:bodyPr/>
        <a:lstStyle/>
        <a:p>
          <a:r>
            <a:rPr lang="ru-RU" dirty="0"/>
            <a:t>Редактирование списка</a:t>
          </a:r>
          <a:endParaRPr lang="en-US" dirty="0"/>
        </a:p>
      </dgm:t>
    </dgm:pt>
    <dgm:pt modelId="{848FDAB2-34CD-4CC7-922D-4A5132414786}" type="parTrans" cxnId="{DED786D1-B608-4EFF-8BBA-C5C6AE1BD71A}">
      <dgm:prSet/>
      <dgm:spPr/>
      <dgm:t>
        <a:bodyPr/>
        <a:lstStyle/>
        <a:p>
          <a:endParaRPr lang="en-US"/>
        </a:p>
      </dgm:t>
    </dgm:pt>
    <dgm:pt modelId="{DBE22039-48DE-414C-BC1B-79FCD9E75F72}" type="sibTrans" cxnId="{DED786D1-B608-4EFF-8BBA-C5C6AE1BD71A}">
      <dgm:prSet/>
      <dgm:spPr/>
      <dgm:t>
        <a:bodyPr/>
        <a:lstStyle/>
        <a:p>
          <a:endParaRPr lang="en-US"/>
        </a:p>
      </dgm:t>
    </dgm:pt>
    <dgm:pt modelId="{286432C5-4A38-42E2-9A33-6C8F64296D40}" type="pres">
      <dgm:prSet presAssocID="{6FC518B3-87F0-4C72-B2B5-8256CC4CA1F9}" presName="root" presStyleCnt="0">
        <dgm:presLayoutVars>
          <dgm:dir/>
          <dgm:resizeHandles val="exact"/>
        </dgm:presLayoutVars>
      </dgm:prSet>
      <dgm:spPr/>
    </dgm:pt>
    <dgm:pt modelId="{8D3095AB-F1ED-484A-A47E-225365B95B3D}" type="pres">
      <dgm:prSet presAssocID="{CD0883F4-5EEB-4527-9045-30A213C88EC7}" presName="compNode" presStyleCnt="0"/>
      <dgm:spPr/>
    </dgm:pt>
    <dgm:pt modelId="{D237F6CC-4CB6-4B15-90C0-91B8AB5A2ADC}" type="pres">
      <dgm:prSet presAssocID="{CD0883F4-5EEB-4527-9045-30A213C88EC7}" presName="bgRect" presStyleLbl="bgShp" presStyleIdx="0" presStyleCnt="3"/>
      <dgm:spPr>
        <a:solidFill>
          <a:schemeClr val="tx1">
            <a:lumMod val="50000"/>
            <a:lumOff val="50000"/>
          </a:schemeClr>
        </a:solidFill>
      </dgm:spPr>
    </dgm:pt>
    <dgm:pt modelId="{517B668B-6CF7-48A2-85D7-0BCADA942516}" type="pres">
      <dgm:prSet presAssocID="{CD0883F4-5EEB-4527-9045-30A213C88EC7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Пользователи"/>
        </a:ext>
      </dgm:extLst>
    </dgm:pt>
    <dgm:pt modelId="{74BC5C67-75B3-45B3-9799-B7FA90DEB29A}" type="pres">
      <dgm:prSet presAssocID="{CD0883F4-5EEB-4527-9045-30A213C88EC7}" presName="spaceRect" presStyleCnt="0"/>
      <dgm:spPr/>
    </dgm:pt>
    <dgm:pt modelId="{50AB1BD0-41D1-4155-973C-3659A7B519D6}" type="pres">
      <dgm:prSet presAssocID="{CD0883F4-5EEB-4527-9045-30A213C88EC7}" presName="parTx" presStyleLbl="revTx" presStyleIdx="0" presStyleCnt="3">
        <dgm:presLayoutVars>
          <dgm:chMax val="0"/>
          <dgm:chPref val="0"/>
        </dgm:presLayoutVars>
      </dgm:prSet>
      <dgm:spPr/>
    </dgm:pt>
    <dgm:pt modelId="{BFA8531D-188C-4D34-B039-D51C991F3F29}" type="pres">
      <dgm:prSet presAssocID="{8A91C946-2664-4F25-B330-3A938A277C69}" presName="sibTrans" presStyleCnt="0"/>
      <dgm:spPr/>
    </dgm:pt>
    <dgm:pt modelId="{FD514293-86D7-4A9D-B08A-68EA27DEA007}" type="pres">
      <dgm:prSet presAssocID="{F0AFE336-C31E-404C-8154-F6BCC51C8A00}" presName="compNode" presStyleCnt="0"/>
      <dgm:spPr/>
    </dgm:pt>
    <dgm:pt modelId="{7CE78D02-422E-4032-A60F-6930BF7ADDC5}" type="pres">
      <dgm:prSet presAssocID="{F0AFE336-C31E-404C-8154-F6BCC51C8A00}" presName="bgRect" presStyleLbl="bgShp" presStyleIdx="1" presStyleCnt="3"/>
      <dgm:spPr>
        <a:solidFill>
          <a:schemeClr val="tx1">
            <a:lumMod val="65000"/>
            <a:lumOff val="35000"/>
          </a:schemeClr>
        </a:solidFill>
      </dgm:spPr>
    </dgm:pt>
    <dgm:pt modelId="{ED2CED93-9DC2-4054-882E-24FA47B8C32C}" type="pres">
      <dgm:prSet presAssocID="{F0AFE336-C31E-404C-8154-F6BCC51C8A00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Флажок"/>
        </a:ext>
      </dgm:extLst>
    </dgm:pt>
    <dgm:pt modelId="{8AAE3F58-8D8A-4D09-8FA1-FB789EA37468}" type="pres">
      <dgm:prSet presAssocID="{F0AFE336-C31E-404C-8154-F6BCC51C8A00}" presName="spaceRect" presStyleCnt="0"/>
      <dgm:spPr/>
    </dgm:pt>
    <dgm:pt modelId="{79D0F6D6-669F-4EDD-ACB5-94795374C9B1}" type="pres">
      <dgm:prSet presAssocID="{F0AFE336-C31E-404C-8154-F6BCC51C8A00}" presName="parTx" presStyleLbl="revTx" presStyleIdx="1" presStyleCnt="3">
        <dgm:presLayoutVars>
          <dgm:chMax val="0"/>
          <dgm:chPref val="0"/>
        </dgm:presLayoutVars>
      </dgm:prSet>
      <dgm:spPr/>
    </dgm:pt>
    <dgm:pt modelId="{322802CB-C17F-4048-9F4B-F98AA4DE5F18}" type="pres">
      <dgm:prSet presAssocID="{E24037E7-2730-42BC-998B-FC2702A9CE75}" presName="sibTrans" presStyleCnt="0"/>
      <dgm:spPr/>
    </dgm:pt>
    <dgm:pt modelId="{7A7FD1DE-ACBE-43B8-BA99-B6652922E116}" type="pres">
      <dgm:prSet presAssocID="{2CBCB8A6-2158-450B-BF3A-C16551B59616}" presName="compNode" presStyleCnt="0"/>
      <dgm:spPr/>
    </dgm:pt>
    <dgm:pt modelId="{BFDD9CB5-04D0-4971-A195-AF66FFD411C6}" type="pres">
      <dgm:prSet presAssocID="{2CBCB8A6-2158-450B-BF3A-C16551B59616}" presName="bgRect" presStyleLbl="bgShp" presStyleIdx="2" presStyleCnt="3"/>
      <dgm:spPr>
        <a:solidFill>
          <a:schemeClr val="tx1">
            <a:lumMod val="75000"/>
            <a:lumOff val="25000"/>
          </a:schemeClr>
        </a:solidFill>
      </dgm:spPr>
    </dgm:pt>
    <dgm:pt modelId="{8500C91D-6903-43D6-BFEB-68169A49DB4C}" type="pres">
      <dgm:prSet presAssocID="{2CBCB8A6-2158-450B-BF3A-C16551B59616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Карандаш"/>
        </a:ext>
      </dgm:extLst>
    </dgm:pt>
    <dgm:pt modelId="{B1BAB1E6-7BF0-4489-BF59-37C7376D6B7A}" type="pres">
      <dgm:prSet presAssocID="{2CBCB8A6-2158-450B-BF3A-C16551B59616}" presName="spaceRect" presStyleCnt="0"/>
      <dgm:spPr/>
    </dgm:pt>
    <dgm:pt modelId="{4F0C1171-E93B-4354-B07A-10E3B8C0DB8E}" type="pres">
      <dgm:prSet presAssocID="{2CBCB8A6-2158-450B-BF3A-C16551B59616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45B0892E-A402-4D7D-AC1B-436AF953CAD6}" type="presOf" srcId="{6FC518B3-87F0-4C72-B2B5-8256CC4CA1F9}" destId="{286432C5-4A38-42E2-9A33-6C8F64296D40}" srcOrd="0" destOrd="0" presId="urn:microsoft.com/office/officeart/2018/2/layout/IconVerticalSolidList"/>
    <dgm:cxn modelId="{ED204537-3661-40C9-82CD-9D6967E79967}" srcId="{6FC518B3-87F0-4C72-B2B5-8256CC4CA1F9}" destId="{CD0883F4-5EEB-4527-9045-30A213C88EC7}" srcOrd="0" destOrd="0" parTransId="{94CC069B-7F73-4B6A-8200-F8FE929BEBE9}" sibTransId="{8A91C946-2664-4F25-B330-3A938A277C69}"/>
    <dgm:cxn modelId="{EC96E84A-8571-453D-84A6-617F0D3EB166}" type="presOf" srcId="{F0AFE336-C31E-404C-8154-F6BCC51C8A00}" destId="{79D0F6D6-669F-4EDD-ACB5-94795374C9B1}" srcOrd="0" destOrd="0" presId="urn:microsoft.com/office/officeart/2018/2/layout/IconVerticalSolidList"/>
    <dgm:cxn modelId="{5B7DC875-3B6E-4681-A30C-4D8EFE76F67F}" type="presOf" srcId="{CD0883F4-5EEB-4527-9045-30A213C88EC7}" destId="{50AB1BD0-41D1-4155-973C-3659A7B519D6}" srcOrd="0" destOrd="0" presId="urn:microsoft.com/office/officeart/2018/2/layout/IconVerticalSolidList"/>
    <dgm:cxn modelId="{4F92B4BE-ECD2-4F5B-851D-80494B79E3B7}" type="presOf" srcId="{2CBCB8A6-2158-450B-BF3A-C16551B59616}" destId="{4F0C1171-E93B-4354-B07A-10E3B8C0DB8E}" srcOrd="0" destOrd="0" presId="urn:microsoft.com/office/officeart/2018/2/layout/IconVerticalSolidList"/>
    <dgm:cxn modelId="{8249DCC6-755E-4BB1-80AC-FB8CEE245927}" srcId="{6FC518B3-87F0-4C72-B2B5-8256CC4CA1F9}" destId="{F0AFE336-C31E-404C-8154-F6BCC51C8A00}" srcOrd="1" destOrd="0" parTransId="{864B97ED-EEF9-44F9-93C0-0C64614A3501}" sibTransId="{E24037E7-2730-42BC-998B-FC2702A9CE75}"/>
    <dgm:cxn modelId="{DED786D1-B608-4EFF-8BBA-C5C6AE1BD71A}" srcId="{6FC518B3-87F0-4C72-B2B5-8256CC4CA1F9}" destId="{2CBCB8A6-2158-450B-BF3A-C16551B59616}" srcOrd="2" destOrd="0" parTransId="{848FDAB2-34CD-4CC7-922D-4A5132414786}" sibTransId="{DBE22039-48DE-414C-BC1B-79FCD9E75F72}"/>
    <dgm:cxn modelId="{7CC37DB0-2563-4DA5-8CA8-3FF4486B523A}" type="presParOf" srcId="{286432C5-4A38-42E2-9A33-6C8F64296D40}" destId="{8D3095AB-F1ED-484A-A47E-225365B95B3D}" srcOrd="0" destOrd="0" presId="urn:microsoft.com/office/officeart/2018/2/layout/IconVerticalSolidList"/>
    <dgm:cxn modelId="{CE16C539-E9E9-47B0-98A3-8DEB95A3FD47}" type="presParOf" srcId="{8D3095AB-F1ED-484A-A47E-225365B95B3D}" destId="{D237F6CC-4CB6-4B15-90C0-91B8AB5A2ADC}" srcOrd="0" destOrd="0" presId="urn:microsoft.com/office/officeart/2018/2/layout/IconVerticalSolidList"/>
    <dgm:cxn modelId="{80CF7663-EAF8-4B90-88CD-24329DE7F5C9}" type="presParOf" srcId="{8D3095AB-F1ED-484A-A47E-225365B95B3D}" destId="{517B668B-6CF7-48A2-85D7-0BCADA942516}" srcOrd="1" destOrd="0" presId="urn:microsoft.com/office/officeart/2018/2/layout/IconVerticalSolidList"/>
    <dgm:cxn modelId="{9B2262AD-7140-4C01-A56F-FCC28A2278F8}" type="presParOf" srcId="{8D3095AB-F1ED-484A-A47E-225365B95B3D}" destId="{74BC5C67-75B3-45B3-9799-B7FA90DEB29A}" srcOrd="2" destOrd="0" presId="urn:microsoft.com/office/officeart/2018/2/layout/IconVerticalSolidList"/>
    <dgm:cxn modelId="{DE1D8652-8DAF-482F-BC62-4AFA4496C8AD}" type="presParOf" srcId="{8D3095AB-F1ED-484A-A47E-225365B95B3D}" destId="{50AB1BD0-41D1-4155-973C-3659A7B519D6}" srcOrd="3" destOrd="0" presId="urn:microsoft.com/office/officeart/2018/2/layout/IconVerticalSolidList"/>
    <dgm:cxn modelId="{AE5A7133-A8C9-456A-B59D-773F816A5072}" type="presParOf" srcId="{286432C5-4A38-42E2-9A33-6C8F64296D40}" destId="{BFA8531D-188C-4D34-B039-D51C991F3F29}" srcOrd="1" destOrd="0" presId="urn:microsoft.com/office/officeart/2018/2/layout/IconVerticalSolidList"/>
    <dgm:cxn modelId="{09D9077B-A8C0-490D-8B5A-8883D7036700}" type="presParOf" srcId="{286432C5-4A38-42E2-9A33-6C8F64296D40}" destId="{FD514293-86D7-4A9D-B08A-68EA27DEA007}" srcOrd="2" destOrd="0" presId="urn:microsoft.com/office/officeart/2018/2/layout/IconVerticalSolidList"/>
    <dgm:cxn modelId="{EC8CCFF2-129B-45EA-976A-DCF9C7E5DAFC}" type="presParOf" srcId="{FD514293-86D7-4A9D-B08A-68EA27DEA007}" destId="{7CE78D02-422E-4032-A60F-6930BF7ADDC5}" srcOrd="0" destOrd="0" presId="urn:microsoft.com/office/officeart/2018/2/layout/IconVerticalSolidList"/>
    <dgm:cxn modelId="{291A4A94-CCEA-42D5-85F3-5D492C0BB97B}" type="presParOf" srcId="{FD514293-86D7-4A9D-B08A-68EA27DEA007}" destId="{ED2CED93-9DC2-4054-882E-24FA47B8C32C}" srcOrd="1" destOrd="0" presId="urn:microsoft.com/office/officeart/2018/2/layout/IconVerticalSolidList"/>
    <dgm:cxn modelId="{9EA08F71-8160-4085-A5E6-EA5D1EE09311}" type="presParOf" srcId="{FD514293-86D7-4A9D-B08A-68EA27DEA007}" destId="{8AAE3F58-8D8A-4D09-8FA1-FB789EA37468}" srcOrd="2" destOrd="0" presId="urn:microsoft.com/office/officeart/2018/2/layout/IconVerticalSolidList"/>
    <dgm:cxn modelId="{2404EAD3-6AC4-4A32-BE3C-ABE32C53D035}" type="presParOf" srcId="{FD514293-86D7-4A9D-B08A-68EA27DEA007}" destId="{79D0F6D6-669F-4EDD-ACB5-94795374C9B1}" srcOrd="3" destOrd="0" presId="urn:microsoft.com/office/officeart/2018/2/layout/IconVerticalSolidList"/>
    <dgm:cxn modelId="{31063B26-DE06-4423-A1DD-6E69F0CF2F1B}" type="presParOf" srcId="{286432C5-4A38-42E2-9A33-6C8F64296D40}" destId="{322802CB-C17F-4048-9F4B-F98AA4DE5F18}" srcOrd="3" destOrd="0" presId="urn:microsoft.com/office/officeart/2018/2/layout/IconVerticalSolidList"/>
    <dgm:cxn modelId="{51154192-F1DF-47E4-8198-50F28B0292BF}" type="presParOf" srcId="{286432C5-4A38-42E2-9A33-6C8F64296D40}" destId="{7A7FD1DE-ACBE-43B8-BA99-B6652922E116}" srcOrd="4" destOrd="0" presId="urn:microsoft.com/office/officeart/2018/2/layout/IconVerticalSolidList"/>
    <dgm:cxn modelId="{E5C77CA3-76BF-4208-8F38-E7549B1AE2AA}" type="presParOf" srcId="{7A7FD1DE-ACBE-43B8-BA99-B6652922E116}" destId="{BFDD9CB5-04D0-4971-A195-AF66FFD411C6}" srcOrd="0" destOrd="0" presId="urn:microsoft.com/office/officeart/2018/2/layout/IconVerticalSolidList"/>
    <dgm:cxn modelId="{6B93725A-A449-475E-A866-475B9A3D6747}" type="presParOf" srcId="{7A7FD1DE-ACBE-43B8-BA99-B6652922E116}" destId="{8500C91D-6903-43D6-BFEB-68169A49DB4C}" srcOrd="1" destOrd="0" presId="urn:microsoft.com/office/officeart/2018/2/layout/IconVerticalSolidList"/>
    <dgm:cxn modelId="{A44D4847-2386-4DA9-B6D3-0F44173CDD19}" type="presParOf" srcId="{7A7FD1DE-ACBE-43B8-BA99-B6652922E116}" destId="{B1BAB1E6-7BF0-4489-BF59-37C7376D6B7A}" srcOrd="2" destOrd="0" presId="urn:microsoft.com/office/officeart/2018/2/layout/IconVerticalSolidList"/>
    <dgm:cxn modelId="{99DF732C-B987-4C15-A6E8-25D5DEF0097B}" type="presParOf" srcId="{7A7FD1DE-ACBE-43B8-BA99-B6652922E116}" destId="{4F0C1171-E93B-4354-B07A-10E3B8C0DB8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BB3C07B-9D11-4586-A3DB-E0D047E58947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C75471ED-0A2E-4132-8A0B-C71FC4A3D976}">
      <dgm:prSet phldrT="[Текст]"/>
      <dgm:spPr>
        <a:gradFill rotWithShape="0">
          <a:gsLst>
            <a:gs pos="100000">
              <a:schemeClr val="tx1">
                <a:lumMod val="50000"/>
                <a:lumOff val="5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</a:gradFill>
      </dgm:spPr>
      <dgm:t>
        <a:bodyPr/>
        <a:lstStyle/>
        <a:p>
          <a:r>
            <a:rPr lang="ru-RU" dirty="0"/>
            <a:t>Класс </a:t>
          </a:r>
          <a:r>
            <a:rPr lang="en-US" dirty="0"/>
            <a:t>Contact</a:t>
          </a:r>
          <a:endParaRPr lang="ru-RU" dirty="0"/>
        </a:p>
      </dgm:t>
    </dgm:pt>
    <dgm:pt modelId="{82A52358-2BBB-4A01-B6F4-E0DF8AD7C1C7}" type="parTrans" cxnId="{6B1379E3-9710-447A-BF04-6A886DC17DE7}">
      <dgm:prSet/>
      <dgm:spPr/>
      <dgm:t>
        <a:bodyPr/>
        <a:lstStyle/>
        <a:p>
          <a:endParaRPr lang="ru-RU"/>
        </a:p>
      </dgm:t>
    </dgm:pt>
    <dgm:pt modelId="{8CB3B0B0-487A-4FE1-8968-EBE0FCBC77CA}" type="sibTrans" cxnId="{6B1379E3-9710-447A-BF04-6A886DC17DE7}">
      <dgm:prSet/>
      <dgm:spPr/>
      <dgm:t>
        <a:bodyPr/>
        <a:lstStyle/>
        <a:p>
          <a:endParaRPr lang="ru-RU"/>
        </a:p>
      </dgm:t>
    </dgm:pt>
    <dgm:pt modelId="{2DF4FBD1-D728-4215-BDB0-DA9FB4EDF6A7}">
      <dgm:prSet phldrT="[Текст]"/>
      <dgm:spPr/>
      <dgm:t>
        <a:bodyPr/>
        <a:lstStyle/>
        <a:p>
          <a:r>
            <a:rPr lang="ru-RU" dirty="0"/>
            <a:t>Принимает данные контакта</a:t>
          </a:r>
        </a:p>
      </dgm:t>
    </dgm:pt>
    <dgm:pt modelId="{20AAD551-4AB9-4320-BEAB-98C958BAC79B}" type="parTrans" cxnId="{84B80B9C-8C88-4D97-86FE-24B33BD6E8B1}">
      <dgm:prSet/>
      <dgm:spPr/>
      <dgm:t>
        <a:bodyPr/>
        <a:lstStyle/>
        <a:p>
          <a:endParaRPr lang="ru-RU"/>
        </a:p>
      </dgm:t>
    </dgm:pt>
    <dgm:pt modelId="{2FAF0B8F-3720-427C-A7FB-DA065C3E1CBD}" type="sibTrans" cxnId="{84B80B9C-8C88-4D97-86FE-24B33BD6E8B1}">
      <dgm:prSet/>
      <dgm:spPr/>
      <dgm:t>
        <a:bodyPr/>
        <a:lstStyle/>
        <a:p>
          <a:endParaRPr lang="ru-RU"/>
        </a:p>
      </dgm:t>
    </dgm:pt>
    <dgm:pt modelId="{42BB293E-1EA8-41FE-88CF-66DD7D75BFC3}">
      <dgm:prSet phldrT="[Текст]"/>
      <dgm:spPr>
        <a:gradFill rotWithShape="0">
          <a:gsLst>
            <a:gs pos="100000">
              <a:schemeClr val="tx1">
                <a:lumMod val="50000"/>
                <a:lumOff val="50000"/>
              </a:schemeClr>
            </a:gs>
            <a:gs pos="100000">
              <a:schemeClr val="tx1">
                <a:lumMod val="50000"/>
                <a:lumOff val="50000"/>
              </a:schemeClr>
            </a:gs>
            <a:gs pos="100000">
              <a:schemeClr val="accent5">
                <a:hueOff val="19008940"/>
                <a:satOff val="-26660"/>
                <a:lumOff val="-2746"/>
                <a:alphaOff val="0"/>
                <a:lumMod val="99000"/>
                <a:satMod val="120000"/>
                <a:shade val="78000"/>
              </a:schemeClr>
            </a:gs>
          </a:gsLst>
        </a:gradFill>
      </dgm:spPr>
      <dgm:t>
        <a:bodyPr/>
        <a:lstStyle/>
        <a:p>
          <a:r>
            <a:rPr lang="ru-RU" dirty="0"/>
            <a:t>Класс </a:t>
          </a:r>
          <a:r>
            <a:rPr lang="en-US" dirty="0"/>
            <a:t>CheckInfo</a:t>
          </a:r>
          <a:endParaRPr lang="ru-RU" dirty="0"/>
        </a:p>
      </dgm:t>
    </dgm:pt>
    <dgm:pt modelId="{1C8746E7-2C86-4892-9A53-21E7D3FC0013}" type="parTrans" cxnId="{71C96992-B09D-49B1-AC39-2FC8F267F609}">
      <dgm:prSet/>
      <dgm:spPr/>
      <dgm:t>
        <a:bodyPr/>
        <a:lstStyle/>
        <a:p>
          <a:endParaRPr lang="ru-RU"/>
        </a:p>
      </dgm:t>
    </dgm:pt>
    <dgm:pt modelId="{97A7F024-87A4-459E-98B9-0B8C0125B13F}" type="sibTrans" cxnId="{71C96992-B09D-49B1-AC39-2FC8F267F609}">
      <dgm:prSet/>
      <dgm:spPr/>
      <dgm:t>
        <a:bodyPr/>
        <a:lstStyle/>
        <a:p>
          <a:endParaRPr lang="ru-RU"/>
        </a:p>
      </dgm:t>
    </dgm:pt>
    <dgm:pt modelId="{698BCE65-5D99-4981-BC3D-7FC49995E01B}">
      <dgm:prSet phldrT="[Текст]"/>
      <dgm:spPr/>
      <dgm:t>
        <a:bodyPr/>
        <a:lstStyle/>
        <a:p>
          <a:r>
            <a:rPr lang="ru-RU" dirty="0"/>
            <a:t>Обрабатывает информацию полученную из класса выше</a:t>
          </a:r>
        </a:p>
      </dgm:t>
    </dgm:pt>
    <dgm:pt modelId="{435E721C-858E-44FB-9873-BBD9BC6F9CDB}" type="parTrans" cxnId="{62038FF0-1008-4040-A513-4D56CFD9468F}">
      <dgm:prSet/>
      <dgm:spPr/>
      <dgm:t>
        <a:bodyPr/>
        <a:lstStyle/>
        <a:p>
          <a:endParaRPr lang="ru-RU"/>
        </a:p>
      </dgm:t>
    </dgm:pt>
    <dgm:pt modelId="{D3108AD7-ABCE-4B81-8AE8-CD5BDDADCEDC}" type="sibTrans" cxnId="{62038FF0-1008-4040-A513-4D56CFD9468F}">
      <dgm:prSet/>
      <dgm:spPr/>
      <dgm:t>
        <a:bodyPr/>
        <a:lstStyle/>
        <a:p>
          <a:endParaRPr lang="ru-RU"/>
        </a:p>
      </dgm:t>
    </dgm:pt>
    <dgm:pt modelId="{A4938B7A-A470-4F1A-8979-A671FE4EC657}" type="pres">
      <dgm:prSet presAssocID="{CBB3C07B-9D11-4586-A3DB-E0D047E58947}" presName="linear" presStyleCnt="0">
        <dgm:presLayoutVars>
          <dgm:animLvl val="lvl"/>
          <dgm:resizeHandles val="exact"/>
        </dgm:presLayoutVars>
      </dgm:prSet>
      <dgm:spPr/>
    </dgm:pt>
    <dgm:pt modelId="{4269CE4D-0571-4405-AAFB-821608BC0A49}" type="pres">
      <dgm:prSet presAssocID="{C75471ED-0A2E-4132-8A0B-C71FC4A3D976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9CB4A412-6BA5-4B38-8DB8-6E120D92BE7A}" type="pres">
      <dgm:prSet presAssocID="{C75471ED-0A2E-4132-8A0B-C71FC4A3D976}" presName="childText" presStyleLbl="revTx" presStyleIdx="0" presStyleCnt="2">
        <dgm:presLayoutVars>
          <dgm:bulletEnabled val="1"/>
        </dgm:presLayoutVars>
      </dgm:prSet>
      <dgm:spPr/>
    </dgm:pt>
    <dgm:pt modelId="{DCEB7B34-4161-4C66-BA4C-5D2D6D053319}" type="pres">
      <dgm:prSet presAssocID="{42BB293E-1EA8-41FE-88CF-66DD7D75BFC3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CE9A2287-59CE-403E-B5FA-8FBDCC9FDB39}" type="pres">
      <dgm:prSet presAssocID="{42BB293E-1EA8-41FE-88CF-66DD7D75BFC3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F205DA48-3022-449D-9A60-6045C305BEFB}" type="presOf" srcId="{2DF4FBD1-D728-4215-BDB0-DA9FB4EDF6A7}" destId="{9CB4A412-6BA5-4B38-8DB8-6E120D92BE7A}" srcOrd="0" destOrd="0" presId="urn:microsoft.com/office/officeart/2005/8/layout/vList2"/>
    <dgm:cxn modelId="{11DBC174-674B-4935-B418-6E2D7EF76D19}" type="presOf" srcId="{C75471ED-0A2E-4132-8A0B-C71FC4A3D976}" destId="{4269CE4D-0571-4405-AAFB-821608BC0A49}" srcOrd="0" destOrd="0" presId="urn:microsoft.com/office/officeart/2005/8/layout/vList2"/>
    <dgm:cxn modelId="{71C96992-B09D-49B1-AC39-2FC8F267F609}" srcId="{CBB3C07B-9D11-4586-A3DB-E0D047E58947}" destId="{42BB293E-1EA8-41FE-88CF-66DD7D75BFC3}" srcOrd="1" destOrd="0" parTransId="{1C8746E7-2C86-4892-9A53-21E7D3FC0013}" sibTransId="{97A7F024-87A4-459E-98B9-0B8C0125B13F}"/>
    <dgm:cxn modelId="{A4B68494-2B4A-43A9-A44A-933F03229F39}" type="presOf" srcId="{42BB293E-1EA8-41FE-88CF-66DD7D75BFC3}" destId="{DCEB7B34-4161-4C66-BA4C-5D2D6D053319}" srcOrd="0" destOrd="0" presId="urn:microsoft.com/office/officeart/2005/8/layout/vList2"/>
    <dgm:cxn modelId="{84B80B9C-8C88-4D97-86FE-24B33BD6E8B1}" srcId="{C75471ED-0A2E-4132-8A0B-C71FC4A3D976}" destId="{2DF4FBD1-D728-4215-BDB0-DA9FB4EDF6A7}" srcOrd="0" destOrd="0" parTransId="{20AAD551-4AB9-4320-BEAB-98C958BAC79B}" sibTransId="{2FAF0B8F-3720-427C-A7FB-DA065C3E1CBD}"/>
    <dgm:cxn modelId="{22A67DDF-1ABB-4917-BE08-AB51EBDCE0EB}" type="presOf" srcId="{CBB3C07B-9D11-4586-A3DB-E0D047E58947}" destId="{A4938B7A-A470-4F1A-8979-A671FE4EC657}" srcOrd="0" destOrd="0" presId="urn:microsoft.com/office/officeart/2005/8/layout/vList2"/>
    <dgm:cxn modelId="{6B1379E3-9710-447A-BF04-6A886DC17DE7}" srcId="{CBB3C07B-9D11-4586-A3DB-E0D047E58947}" destId="{C75471ED-0A2E-4132-8A0B-C71FC4A3D976}" srcOrd="0" destOrd="0" parTransId="{82A52358-2BBB-4A01-B6F4-E0DF8AD7C1C7}" sibTransId="{8CB3B0B0-487A-4FE1-8968-EBE0FCBC77CA}"/>
    <dgm:cxn modelId="{62038FF0-1008-4040-A513-4D56CFD9468F}" srcId="{42BB293E-1EA8-41FE-88CF-66DD7D75BFC3}" destId="{698BCE65-5D99-4981-BC3D-7FC49995E01B}" srcOrd="0" destOrd="0" parTransId="{435E721C-858E-44FB-9873-BBD9BC6F9CDB}" sibTransId="{D3108AD7-ABCE-4B81-8AE8-CD5BDDADCEDC}"/>
    <dgm:cxn modelId="{8EFB38F6-6734-409F-A78B-BC534659A4B3}" type="presOf" srcId="{698BCE65-5D99-4981-BC3D-7FC49995E01B}" destId="{CE9A2287-59CE-403E-B5FA-8FBDCC9FDB39}" srcOrd="0" destOrd="0" presId="urn:microsoft.com/office/officeart/2005/8/layout/vList2"/>
    <dgm:cxn modelId="{488B2903-631C-4FCE-B911-DE5A31611425}" type="presParOf" srcId="{A4938B7A-A470-4F1A-8979-A671FE4EC657}" destId="{4269CE4D-0571-4405-AAFB-821608BC0A49}" srcOrd="0" destOrd="0" presId="urn:microsoft.com/office/officeart/2005/8/layout/vList2"/>
    <dgm:cxn modelId="{6BD522D8-B257-4074-9808-8CB2BADE2A8F}" type="presParOf" srcId="{A4938B7A-A470-4F1A-8979-A671FE4EC657}" destId="{9CB4A412-6BA5-4B38-8DB8-6E120D92BE7A}" srcOrd="1" destOrd="0" presId="urn:microsoft.com/office/officeart/2005/8/layout/vList2"/>
    <dgm:cxn modelId="{522C259E-5910-4C6C-A35C-EF79ED260982}" type="presParOf" srcId="{A4938B7A-A470-4F1A-8979-A671FE4EC657}" destId="{DCEB7B34-4161-4C66-BA4C-5D2D6D053319}" srcOrd="2" destOrd="0" presId="urn:microsoft.com/office/officeart/2005/8/layout/vList2"/>
    <dgm:cxn modelId="{A540BB00-9FD0-4B02-A5B6-ED8969881F06}" type="presParOf" srcId="{A4938B7A-A470-4F1A-8979-A671FE4EC657}" destId="{CE9A2287-59CE-403E-B5FA-8FBDCC9FDB39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CB9442F-5838-4C15-ACC6-68C30EECCBBC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6F7F499-FB13-4408-8C08-8B86CFF3DD7A}">
      <dgm:prSet/>
      <dgm:spPr>
        <a:solidFill>
          <a:schemeClr val="tx1">
            <a:lumMod val="50000"/>
            <a:lumOff val="50000"/>
          </a:schemeClr>
        </a:solidFill>
      </dgm:spPr>
      <dgm:t>
        <a:bodyPr/>
        <a:lstStyle/>
        <a:p>
          <a:r>
            <a:rPr lang="ru-RU"/>
            <a:t>Форма для заполнения данных</a:t>
          </a:r>
          <a:endParaRPr lang="en-US"/>
        </a:p>
      </dgm:t>
    </dgm:pt>
    <dgm:pt modelId="{86B8C2D3-C1ED-4171-8452-44ACE55FFDDD}" type="parTrans" cxnId="{275C7DA2-6066-4FAA-A027-5FFA0EDD71C5}">
      <dgm:prSet/>
      <dgm:spPr/>
      <dgm:t>
        <a:bodyPr/>
        <a:lstStyle/>
        <a:p>
          <a:endParaRPr lang="en-US"/>
        </a:p>
      </dgm:t>
    </dgm:pt>
    <dgm:pt modelId="{3B1DE823-A276-4B37-8176-9380FD1F9413}" type="sibTrans" cxnId="{275C7DA2-6066-4FAA-A027-5FFA0EDD71C5}">
      <dgm:prSet/>
      <dgm:spPr/>
      <dgm:t>
        <a:bodyPr/>
        <a:lstStyle/>
        <a:p>
          <a:endParaRPr lang="en-US"/>
        </a:p>
      </dgm:t>
    </dgm:pt>
    <dgm:pt modelId="{B4746452-EC38-48B5-B0A8-3252498EAFCF}">
      <dgm:prSet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ru-RU" dirty="0"/>
            <a:t>Функция сохранения данных в текстовый документ</a:t>
          </a:r>
          <a:endParaRPr lang="en-US" dirty="0"/>
        </a:p>
      </dgm:t>
    </dgm:pt>
    <dgm:pt modelId="{81CC3090-CE58-4ED6-B382-E2AE32DD6D41}" type="parTrans" cxnId="{CC323DD8-6B52-4E5C-B3C5-B2E540B20729}">
      <dgm:prSet/>
      <dgm:spPr/>
      <dgm:t>
        <a:bodyPr/>
        <a:lstStyle/>
        <a:p>
          <a:endParaRPr lang="en-US"/>
        </a:p>
      </dgm:t>
    </dgm:pt>
    <dgm:pt modelId="{EF06C5CB-BA51-4D74-8A02-B7B397A969FB}" type="sibTrans" cxnId="{CC323DD8-6B52-4E5C-B3C5-B2E540B20729}">
      <dgm:prSet/>
      <dgm:spPr/>
      <dgm:t>
        <a:bodyPr/>
        <a:lstStyle/>
        <a:p>
          <a:endParaRPr lang="en-US"/>
        </a:p>
      </dgm:t>
    </dgm:pt>
    <dgm:pt modelId="{D3BFF679-ED19-464C-A88E-A9670ED44564}">
      <dgm:prSet/>
      <dgm:spPr>
        <a:solidFill>
          <a:schemeClr val="tx1">
            <a:lumMod val="75000"/>
            <a:lumOff val="25000"/>
          </a:schemeClr>
        </a:solidFill>
      </dgm:spPr>
      <dgm:t>
        <a:bodyPr/>
        <a:lstStyle/>
        <a:p>
          <a:r>
            <a:rPr lang="ru-RU"/>
            <a:t>Форма с списком всех контактов</a:t>
          </a:r>
          <a:endParaRPr lang="en-US"/>
        </a:p>
      </dgm:t>
    </dgm:pt>
    <dgm:pt modelId="{9F1919F3-E2EA-4B07-A7A5-7895AF1FCABE}" type="parTrans" cxnId="{7CA7BAC8-3554-463D-961D-5DC19D3D993C}">
      <dgm:prSet/>
      <dgm:spPr/>
      <dgm:t>
        <a:bodyPr/>
        <a:lstStyle/>
        <a:p>
          <a:endParaRPr lang="en-US"/>
        </a:p>
      </dgm:t>
    </dgm:pt>
    <dgm:pt modelId="{1928D4E1-F7AA-4981-9F98-A6ACD528405D}" type="sibTrans" cxnId="{7CA7BAC8-3554-463D-961D-5DC19D3D993C}">
      <dgm:prSet/>
      <dgm:spPr/>
      <dgm:t>
        <a:bodyPr/>
        <a:lstStyle/>
        <a:p>
          <a:endParaRPr lang="en-US"/>
        </a:p>
      </dgm:t>
    </dgm:pt>
    <dgm:pt modelId="{ECF640C2-84EA-451A-BB01-E90C61100E91}">
      <dgm:prSet/>
      <dgm:spPr>
        <a:solidFill>
          <a:schemeClr val="tx1">
            <a:lumMod val="85000"/>
            <a:lumOff val="15000"/>
          </a:schemeClr>
        </a:solidFill>
      </dgm:spPr>
      <dgm:t>
        <a:bodyPr/>
        <a:lstStyle/>
        <a:p>
          <a:r>
            <a:rPr lang="ru-RU"/>
            <a:t>Функция удаления ненужных контактов</a:t>
          </a:r>
          <a:endParaRPr lang="en-US"/>
        </a:p>
      </dgm:t>
    </dgm:pt>
    <dgm:pt modelId="{6689E0FE-2B89-4B32-84AD-E1BCDDDF1D47}" type="parTrans" cxnId="{8539AEE1-7ABF-4257-B1AE-435C1AB330F3}">
      <dgm:prSet/>
      <dgm:spPr/>
      <dgm:t>
        <a:bodyPr/>
        <a:lstStyle/>
        <a:p>
          <a:endParaRPr lang="en-US"/>
        </a:p>
      </dgm:t>
    </dgm:pt>
    <dgm:pt modelId="{91965D69-9201-40A8-90D3-CF6E9138186B}" type="sibTrans" cxnId="{8539AEE1-7ABF-4257-B1AE-435C1AB330F3}">
      <dgm:prSet/>
      <dgm:spPr/>
      <dgm:t>
        <a:bodyPr/>
        <a:lstStyle/>
        <a:p>
          <a:endParaRPr lang="en-US"/>
        </a:p>
      </dgm:t>
    </dgm:pt>
    <dgm:pt modelId="{DD9F49D1-8F6F-4411-8168-ACD74D6CA16A}" type="pres">
      <dgm:prSet presAssocID="{BCB9442F-5838-4C15-ACC6-68C30EECCBBC}" presName="linear" presStyleCnt="0">
        <dgm:presLayoutVars>
          <dgm:animLvl val="lvl"/>
          <dgm:resizeHandles val="exact"/>
        </dgm:presLayoutVars>
      </dgm:prSet>
      <dgm:spPr/>
    </dgm:pt>
    <dgm:pt modelId="{2683776C-F00C-492E-9ED9-F7CF6B11033F}" type="pres">
      <dgm:prSet presAssocID="{96F7F499-FB13-4408-8C08-8B86CFF3DD7A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827E3553-7D82-4B0D-9722-DFBF5DEE5A74}" type="pres">
      <dgm:prSet presAssocID="{3B1DE823-A276-4B37-8176-9380FD1F9413}" presName="spacer" presStyleCnt="0"/>
      <dgm:spPr/>
    </dgm:pt>
    <dgm:pt modelId="{53890F6F-0A81-43A3-A8B2-CA798165FF51}" type="pres">
      <dgm:prSet presAssocID="{B4746452-EC38-48B5-B0A8-3252498EAFCF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26FB78C3-F244-43FF-B67C-8BB23A5A96FC}" type="pres">
      <dgm:prSet presAssocID="{EF06C5CB-BA51-4D74-8A02-B7B397A969FB}" presName="spacer" presStyleCnt="0"/>
      <dgm:spPr/>
    </dgm:pt>
    <dgm:pt modelId="{3CCC2E23-C862-44F2-9128-C23CE857CE34}" type="pres">
      <dgm:prSet presAssocID="{D3BFF679-ED19-464C-A88E-A9670ED44564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CE99D7AD-3C5A-4084-9707-DF3DD0B0F4A6}" type="pres">
      <dgm:prSet presAssocID="{1928D4E1-F7AA-4981-9F98-A6ACD528405D}" presName="spacer" presStyleCnt="0"/>
      <dgm:spPr/>
    </dgm:pt>
    <dgm:pt modelId="{164CD195-A8E5-4863-97FF-EB5328630B49}" type="pres">
      <dgm:prSet presAssocID="{ECF640C2-84EA-451A-BB01-E90C61100E9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0F0ACD29-8508-47F0-BFAC-292C7FD6E029}" type="presOf" srcId="{ECF640C2-84EA-451A-BB01-E90C61100E91}" destId="{164CD195-A8E5-4863-97FF-EB5328630B49}" srcOrd="0" destOrd="0" presId="urn:microsoft.com/office/officeart/2005/8/layout/vList2"/>
    <dgm:cxn modelId="{F60D1C54-445E-4BBA-AD80-6A0AD081AA3D}" type="presOf" srcId="{D3BFF679-ED19-464C-A88E-A9670ED44564}" destId="{3CCC2E23-C862-44F2-9128-C23CE857CE34}" srcOrd="0" destOrd="0" presId="urn:microsoft.com/office/officeart/2005/8/layout/vList2"/>
    <dgm:cxn modelId="{E2AE2D56-CFE3-4FCC-922E-4D4317FA7AA2}" type="presOf" srcId="{BCB9442F-5838-4C15-ACC6-68C30EECCBBC}" destId="{DD9F49D1-8F6F-4411-8168-ACD74D6CA16A}" srcOrd="0" destOrd="0" presId="urn:microsoft.com/office/officeart/2005/8/layout/vList2"/>
    <dgm:cxn modelId="{A5A14589-D601-4803-9CE4-E7C62A04B926}" type="presOf" srcId="{96F7F499-FB13-4408-8C08-8B86CFF3DD7A}" destId="{2683776C-F00C-492E-9ED9-F7CF6B11033F}" srcOrd="0" destOrd="0" presId="urn:microsoft.com/office/officeart/2005/8/layout/vList2"/>
    <dgm:cxn modelId="{275C7DA2-6066-4FAA-A027-5FFA0EDD71C5}" srcId="{BCB9442F-5838-4C15-ACC6-68C30EECCBBC}" destId="{96F7F499-FB13-4408-8C08-8B86CFF3DD7A}" srcOrd="0" destOrd="0" parTransId="{86B8C2D3-C1ED-4171-8452-44ACE55FFDDD}" sibTransId="{3B1DE823-A276-4B37-8176-9380FD1F9413}"/>
    <dgm:cxn modelId="{7CA7BAC8-3554-463D-961D-5DC19D3D993C}" srcId="{BCB9442F-5838-4C15-ACC6-68C30EECCBBC}" destId="{D3BFF679-ED19-464C-A88E-A9670ED44564}" srcOrd="2" destOrd="0" parTransId="{9F1919F3-E2EA-4B07-A7A5-7895AF1FCABE}" sibTransId="{1928D4E1-F7AA-4981-9F98-A6ACD528405D}"/>
    <dgm:cxn modelId="{CC323DD8-6B52-4E5C-B3C5-B2E540B20729}" srcId="{BCB9442F-5838-4C15-ACC6-68C30EECCBBC}" destId="{B4746452-EC38-48B5-B0A8-3252498EAFCF}" srcOrd="1" destOrd="0" parTransId="{81CC3090-CE58-4ED6-B382-E2AE32DD6D41}" sibTransId="{EF06C5CB-BA51-4D74-8A02-B7B397A969FB}"/>
    <dgm:cxn modelId="{8539AEE1-7ABF-4257-B1AE-435C1AB330F3}" srcId="{BCB9442F-5838-4C15-ACC6-68C30EECCBBC}" destId="{ECF640C2-84EA-451A-BB01-E90C61100E91}" srcOrd="3" destOrd="0" parTransId="{6689E0FE-2B89-4B32-84AD-E1BCDDDF1D47}" sibTransId="{91965D69-9201-40A8-90D3-CF6E9138186B}"/>
    <dgm:cxn modelId="{9CB5E2FC-F56D-4F9C-9DC9-FB1854070D14}" type="presOf" srcId="{B4746452-EC38-48B5-B0A8-3252498EAFCF}" destId="{53890F6F-0A81-43A3-A8B2-CA798165FF51}" srcOrd="0" destOrd="0" presId="urn:microsoft.com/office/officeart/2005/8/layout/vList2"/>
    <dgm:cxn modelId="{C7EC6254-F651-403E-9AED-6899E6EE02A0}" type="presParOf" srcId="{DD9F49D1-8F6F-4411-8168-ACD74D6CA16A}" destId="{2683776C-F00C-492E-9ED9-F7CF6B11033F}" srcOrd="0" destOrd="0" presId="urn:microsoft.com/office/officeart/2005/8/layout/vList2"/>
    <dgm:cxn modelId="{68C4D3F4-403F-4F28-BEDE-EB56241CC0A7}" type="presParOf" srcId="{DD9F49D1-8F6F-4411-8168-ACD74D6CA16A}" destId="{827E3553-7D82-4B0D-9722-DFBF5DEE5A74}" srcOrd="1" destOrd="0" presId="urn:microsoft.com/office/officeart/2005/8/layout/vList2"/>
    <dgm:cxn modelId="{214D816E-9040-4E16-ADFA-B1619BF4F098}" type="presParOf" srcId="{DD9F49D1-8F6F-4411-8168-ACD74D6CA16A}" destId="{53890F6F-0A81-43A3-A8B2-CA798165FF51}" srcOrd="2" destOrd="0" presId="urn:microsoft.com/office/officeart/2005/8/layout/vList2"/>
    <dgm:cxn modelId="{F6C98CFC-1F4F-4A7C-92F6-17C91E779B9E}" type="presParOf" srcId="{DD9F49D1-8F6F-4411-8168-ACD74D6CA16A}" destId="{26FB78C3-F244-43FF-B67C-8BB23A5A96FC}" srcOrd="3" destOrd="0" presId="urn:microsoft.com/office/officeart/2005/8/layout/vList2"/>
    <dgm:cxn modelId="{5678ADFB-BD01-4982-BCE9-943587C9B2D6}" type="presParOf" srcId="{DD9F49D1-8F6F-4411-8168-ACD74D6CA16A}" destId="{3CCC2E23-C862-44F2-9128-C23CE857CE34}" srcOrd="4" destOrd="0" presId="urn:microsoft.com/office/officeart/2005/8/layout/vList2"/>
    <dgm:cxn modelId="{421C248B-9C09-4D47-BB81-B649CFEA423C}" type="presParOf" srcId="{DD9F49D1-8F6F-4411-8168-ACD74D6CA16A}" destId="{CE99D7AD-3C5A-4084-9707-DF3DD0B0F4A6}" srcOrd="5" destOrd="0" presId="urn:microsoft.com/office/officeart/2005/8/layout/vList2"/>
    <dgm:cxn modelId="{D0F32F88-A0D8-4A7E-9636-BEC70B8BF76B}" type="presParOf" srcId="{DD9F49D1-8F6F-4411-8168-ACD74D6CA16A}" destId="{164CD195-A8E5-4863-97FF-EB5328630B49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B53BD3D-FFC9-4750-9303-5DF54AB2A8CF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E6A2AE23-CFB7-476C-8429-A69AB0E9C804}">
      <dgm:prSet/>
      <dgm:spPr>
        <a:solidFill>
          <a:schemeClr val="tx1">
            <a:lumMod val="50000"/>
            <a:lumOff val="50000"/>
          </a:schemeClr>
        </a:solidFill>
      </dgm:spPr>
      <dgm:t>
        <a:bodyPr/>
        <a:lstStyle/>
        <a:p>
          <a:r>
            <a:rPr lang="ru-RU" dirty="0"/>
            <a:t>Улучшение механизма проверки вводимых пользователем данных.</a:t>
          </a:r>
          <a:endParaRPr lang="en-US" dirty="0"/>
        </a:p>
      </dgm:t>
    </dgm:pt>
    <dgm:pt modelId="{52D8CC8D-7C03-49C2-99AC-051DFE18EB73}" type="parTrans" cxnId="{FA055964-BE17-4CD1-BF70-F42CC7B3979F}">
      <dgm:prSet/>
      <dgm:spPr/>
      <dgm:t>
        <a:bodyPr/>
        <a:lstStyle/>
        <a:p>
          <a:endParaRPr lang="en-US"/>
        </a:p>
      </dgm:t>
    </dgm:pt>
    <dgm:pt modelId="{921DEA8A-7B94-4E48-9FE1-ABF7FD2FC45E}" type="sibTrans" cxnId="{FA055964-BE17-4CD1-BF70-F42CC7B3979F}">
      <dgm:prSet/>
      <dgm:spPr/>
      <dgm:t>
        <a:bodyPr/>
        <a:lstStyle/>
        <a:p>
          <a:endParaRPr lang="en-US"/>
        </a:p>
      </dgm:t>
    </dgm:pt>
    <dgm:pt modelId="{3D741030-7C4B-46AF-9EFC-0714AC0F8A5D}">
      <dgm:prSet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ru-RU"/>
            <a:t>Реализация возможности прикрепления заметок к каждому контакту.</a:t>
          </a:r>
          <a:endParaRPr lang="en-US"/>
        </a:p>
      </dgm:t>
    </dgm:pt>
    <dgm:pt modelId="{D657BF38-A5C8-4327-883B-B6B402BEB494}" type="parTrans" cxnId="{1CBAA4C2-6C8C-40EC-B94D-01EFAB5BEBD4}">
      <dgm:prSet/>
      <dgm:spPr/>
      <dgm:t>
        <a:bodyPr/>
        <a:lstStyle/>
        <a:p>
          <a:endParaRPr lang="en-US"/>
        </a:p>
      </dgm:t>
    </dgm:pt>
    <dgm:pt modelId="{3FFFDAA1-A9B6-464F-8EC3-F2B9412B0990}" type="sibTrans" cxnId="{1CBAA4C2-6C8C-40EC-B94D-01EFAB5BEBD4}">
      <dgm:prSet/>
      <dgm:spPr/>
      <dgm:t>
        <a:bodyPr/>
        <a:lstStyle/>
        <a:p>
          <a:endParaRPr lang="en-US"/>
        </a:p>
      </dgm:t>
    </dgm:pt>
    <dgm:pt modelId="{6A62E771-6BF6-4AB1-A49D-AE9C887FA091}">
      <dgm:prSet/>
      <dgm:spPr>
        <a:solidFill>
          <a:schemeClr val="tx1">
            <a:lumMod val="75000"/>
            <a:lumOff val="25000"/>
          </a:schemeClr>
        </a:solidFill>
      </dgm:spPr>
      <dgm:t>
        <a:bodyPr/>
        <a:lstStyle/>
        <a:p>
          <a:r>
            <a:rPr lang="ru-RU"/>
            <a:t>Расширение функционала за счет возможности редактирования контактов.</a:t>
          </a:r>
          <a:endParaRPr lang="en-US"/>
        </a:p>
      </dgm:t>
    </dgm:pt>
    <dgm:pt modelId="{81813DAB-B8E2-4EEA-8944-63149CDA1561}" type="parTrans" cxnId="{9BB3FF14-98D7-47CB-BE2E-5C3DA92CF335}">
      <dgm:prSet/>
      <dgm:spPr/>
      <dgm:t>
        <a:bodyPr/>
        <a:lstStyle/>
        <a:p>
          <a:endParaRPr lang="en-US"/>
        </a:p>
      </dgm:t>
    </dgm:pt>
    <dgm:pt modelId="{D05BA3F1-6F19-4FF6-9461-05CC37548E96}" type="sibTrans" cxnId="{9BB3FF14-98D7-47CB-BE2E-5C3DA92CF335}">
      <dgm:prSet/>
      <dgm:spPr/>
      <dgm:t>
        <a:bodyPr/>
        <a:lstStyle/>
        <a:p>
          <a:endParaRPr lang="en-US"/>
        </a:p>
      </dgm:t>
    </dgm:pt>
    <dgm:pt modelId="{79C18A8F-5855-4283-9DE6-BC32E1C82552}">
      <dgm:prSet/>
      <dgm:spPr>
        <a:solidFill>
          <a:schemeClr val="tx1">
            <a:lumMod val="85000"/>
            <a:lumOff val="15000"/>
          </a:schemeClr>
        </a:solidFill>
      </dgm:spPr>
      <dgm:t>
        <a:bodyPr/>
        <a:lstStyle/>
        <a:p>
          <a:r>
            <a:rPr lang="ru-RU"/>
            <a:t>Улучшение пользовательского интерфейса для более удобного использования приложения.</a:t>
          </a:r>
          <a:endParaRPr lang="en-US"/>
        </a:p>
      </dgm:t>
    </dgm:pt>
    <dgm:pt modelId="{DBADC85B-84E3-4C1D-86E9-1F160C4460AD}" type="parTrans" cxnId="{FE35969D-0697-439A-9D17-AF5CBE820ECB}">
      <dgm:prSet/>
      <dgm:spPr/>
      <dgm:t>
        <a:bodyPr/>
        <a:lstStyle/>
        <a:p>
          <a:endParaRPr lang="en-US"/>
        </a:p>
      </dgm:t>
    </dgm:pt>
    <dgm:pt modelId="{2526DA36-E157-4582-AB59-DED45CC835E7}" type="sibTrans" cxnId="{FE35969D-0697-439A-9D17-AF5CBE820ECB}">
      <dgm:prSet/>
      <dgm:spPr/>
      <dgm:t>
        <a:bodyPr/>
        <a:lstStyle/>
        <a:p>
          <a:endParaRPr lang="en-US"/>
        </a:p>
      </dgm:t>
    </dgm:pt>
    <dgm:pt modelId="{7EA2BD06-A689-41A8-8B5F-F8A754C78C00}">
      <dgm:prSet/>
      <dgm:spPr>
        <a:solidFill>
          <a:schemeClr val="tx1">
            <a:lumMod val="95000"/>
            <a:lumOff val="5000"/>
          </a:schemeClr>
        </a:solidFill>
      </dgm:spPr>
      <dgm:t>
        <a:bodyPr/>
        <a:lstStyle/>
        <a:p>
          <a:r>
            <a:rPr lang="ru-RU"/>
            <a:t>Добавление функции группировки контактов по категориям.</a:t>
          </a:r>
          <a:endParaRPr lang="en-US"/>
        </a:p>
      </dgm:t>
    </dgm:pt>
    <dgm:pt modelId="{2D642C05-E523-4A9A-9495-E70D7FA77AD6}" type="parTrans" cxnId="{3E3E1D79-B55C-4CBD-9165-54556D5032CB}">
      <dgm:prSet/>
      <dgm:spPr/>
      <dgm:t>
        <a:bodyPr/>
        <a:lstStyle/>
        <a:p>
          <a:endParaRPr lang="en-US"/>
        </a:p>
      </dgm:t>
    </dgm:pt>
    <dgm:pt modelId="{F268D667-1CC6-4C77-A098-7A135B8C6D7B}" type="sibTrans" cxnId="{3E3E1D79-B55C-4CBD-9165-54556D5032CB}">
      <dgm:prSet/>
      <dgm:spPr/>
      <dgm:t>
        <a:bodyPr/>
        <a:lstStyle/>
        <a:p>
          <a:endParaRPr lang="en-US"/>
        </a:p>
      </dgm:t>
    </dgm:pt>
    <dgm:pt modelId="{0B94F312-4041-445A-BC6A-C76F57135554}" type="pres">
      <dgm:prSet presAssocID="{4B53BD3D-FFC9-4750-9303-5DF54AB2A8CF}" presName="linear" presStyleCnt="0">
        <dgm:presLayoutVars>
          <dgm:animLvl val="lvl"/>
          <dgm:resizeHandles val="exact"/>
        </dgm:presLayoutVars>
      </dgm:prSet>
      <dgm:spPr/>
    </dgm:pt>
    <dgm:pt modelId="{04A3AE79-3ECC-4B4A-9E46-D6A51653442F}" type="pres">
      <dgm:prSet presAssocID="{E6A2AE23-CFB7-476C-8429-A69AB0E9C804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A4E2EAFC-8FD7-404C-BE26-6333AECFAF6C}" type="pres">
      <dgm:prSet presAssocID="{921DEA8A-7B94-4E48-9FE1-ABF7FD2FC45E}" presName="spacer" presStyleCnt="0"/>
      <dgm:spPr/>
    </dgm:pt>
    <dgm:pt modelId="{211494EF-EDA3-4967-9CBB-1AC1D72D85A0}" type="pres">
      <dgm:prSet presAssocID="{3D741030-7C4B-46AF-9EFC-0714AC0F8A5D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18737B34-BB66-43E9-A116-697F53196CF7}" type="pres">
      <dgm:prSet presAssocID="{3FFFDAA1-A9B6-464F-8EC3-F2B9412B0990}" presName="spacer" presStyleCnt="0"/>
      <dgm:spPr/>
    </dgm:pt>
    <dgm:pt modelId="{B7D5BEF9-A444-4D73-9FF5-1EFBCEA39414}" type="pres">
      <dgm:prSet presAssocID="{6A62E771-6BF6-4AB1-A49D-AE9C887FA091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51E2A172-9821-4FF6-8DBE-8445393830A9}" type="pres">
      <dgm:prSet presAssocID="{D05BA3F1-6F19-4FF6-9461-05CC37548E96}" presName="spacer" presStyleCnt="0"/>
      <dgm:spPr/>
    </dgm:pt>
    <dgm:pt modelId="{AE778825-845E-4716-9F61-C9E318C8E436}" type="pres">
      <dgm:prSet presAssocID="{79C18A8F-5855-4283-9DE6-BC32E1C82552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E0194C95-736C-4853-A5C4-A5BC9D89FFDA}" type="pres">
      <dgm:prSet presAssocID="{2526DA36-E157-4582-AB59-DED45CC835E7}" presName="spacer" presStyleCnt="0"/>
      <dgm:spPr/>
    </dgm:pt>
    <dgm:pt modelId="{FEB4A385-2FAD-4E13-8875-9EAABE26D42C}" type="pres">
      <dgm:prSet presAssocID="{7EA2BD06-A689-41A8-8B5F-F8A754C78C00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9BB3FF14-98D7-47CB-BE2E-5C3DA92CF335}" srcId="{4B53BD3D-FFC9-4750-9303-5DF54AB2A8CF}" destId="{6A62E771-6BF6-4AB1-A49D-AE9C887FA091}" srcOrd="2" destOrd="0" parTransId="{81813DAB-B8E2-4EEA-8944-63149CDA1561}" sibTransId="{D05BA3F1-6F19-4FF6-9461-05CC37548E96}"/>
    <dgm:cxn modelId="{F6506018-D027-478B-B58E-D304752540F9}" type="presOf" srcId="{79C18A8F-5855-4283-9DE6-BC32E1C82552}" destId="{AE778825-845E-4716-9F61-C9E318C8E436}" srcOrd="0" destOrd="0" presId="urn:microsoft.com/office/officeart/2005/8/layout/vList2"/>
    <dgm:cxn modelId="{FA055964-BE17-4CD1-BF70-F42CC7B3979F}" srcId="{4B53BD3D-FFC9-4750-9303-5DF54AB2A8CF}" destId="{E6A2AE23-CFB7-476C-8429-A69AB0E9C804}" srcOrd="0" destOrd="0" parTransId="{52D8CC8D-7C03-49C2-99AC-051DFE18EB73}" sibTransId="{921DEA8A-7B94-4E48-9FE1-ABF7FD2FC45E}"/>
    <dgm:cxn modelId="{3E3E1D79-B55C-4CBD-9165-54556D5032CB}" srcId="{4B53BD3D-FFC9-4750-9303-5DF54AB2A8CF}" destId="{7EA2BD06-A689-41A8-8B5F-F8A754C78C00}" srcOrd="4" destOrd="0" parTransId="{2D642C05-E523-4A9A-9495-E70D7FA77AD6}" sibTransId="{F268D667-1CC6-4C77-A098-7A135B8C6D7B}"/>
    <dgm:cxn modelId="{4801E080-486B-4BD7-B041-D6B8C03E8A09}" type="presOf" srcId="{7EA2BD06-A689-41A8-8B5F-F8A754C78C00}" destId="{FEB4A385-2FAD-4E13-8875-9EAABE26D42C}" srcOrd="0" destOrd="0" presId="urn:microsoft.com/office/officeart/2005/8/layout/vList2"/>
    <dgm:cxn modelId="{E19D8987-AF1C-48B2-863C-23F2ECC90F13}" type="presOf" srcId="{E6A2AE23-CFB7-476C-8429-A69AB0E9C804}" destId="{04A3AE79-3ECC-4B4A-9E46-D6A51653442F}" srcOrd="0" destOrd="0" presId="urn:microsoft.com/office/officeart/2005/8/layout/vList2"/>
    <dgm:cxn modelId="{FE35969D-0697-439A-9D17-AF5CBE820ECB}" srcId="{4B53BD3D-FFC9-4750-9303-5DF54AB2A8CF}" destId="{79C18A8F-5855-4283-9DE6-BC32E1C82552}" srcOrd="3" destOrd="0" parTransId="{DBADC85B-84E3-4C1D-86E9-1F160C4460AD}" sibTransId="{2526DA36-E157-4582-AB59-DED45CC835E7}"/>
    <dgm:cxn modelId="{1CBAA4C2-6C8C-40EC-B94D-01EFAB5BEBD4}" srcId="{4B53BD3D-FFC9-4750-9303-5DF54AB2A8CF}" destId="{3D741030-7C4B-46AF-9EFC-0714AC0F8A5D}" srcOrd="1" destOrd="0" parTransId="{D657BF38-A5C8-4327-883B-B6B402BEB494}" sibTransId="{3FFFDAA1-A9B6-464F-8EC3-F2B9412B0990}"/>
    <dgm:cxn modelId="{BE8141D9-38DC-498B-98C6-87CB3B49B16D}" type="presOf" srcId="{6A62E771-6BF6-4AB1-A49D-AE9C887FA091}" destId="{B7D5BEF9-A444-4D73-9FF5-1EFBCEA39414}" srcOrd="0" destOrd="0" presId="urn:microsoft.com/office/officeart/2005/8/layout/vList2"/>
    <dgm:cxn modelId="{3BB2DDE6-34D4-4841-8576-45129EEB30F1}" type="presOf" srcId="{3D741030-7C4B-46AF-9EFC-0714AC0F8A5D}" destId="{211494EF-EDA3-4967-9CBB-1AC1D72D85A0}" srcOrd="0" destOrd="0" presId="urn:microsoft.com/office/officeart/2005/8/layout/vList2"/>
    <dgm:cxn modelId="{EA9676E9-A887-4227-B4C6-E4CB3AE44374}" type="presOf" srcId="{4B53BD3D-FFC9-4750-9303-5DF54AB2A8CF}" destId="{0B94F312-4041-445A-BC6A-C76F57135554}" srcOrd="0" destOrd="0" presId="urn:microsoft.com/office/officeart/2005/8/layout/vList2"/>
    <dgm:cxn modelId="{FA1F4493-7F94-4B4E-8BFA-94CFF1E7DCC5}" type="presParOf" srcId="{0B94F312-4041-445A-BC6A-C76F57135554}" destId="{04A3AE79-3ECC-4B4A-9E46-D6A51653442F}" srcOrd="0" destOrd="0" presId="urn:microsoft.com/office/officeart/2005/8/layout/vList2"/>
    <dgm:cxn modelId="{C9F93898-782A-4047-9B4A-4A35B1C2DD45}" type="presParOf" srcId="{0B94F312-4041-445A-BC6A-C76F57135554}" destId="{A4E2EAFC-8FD7-404C-BE26-6333AECFAF6C}" srcOrd="1" destOrd="0" presId="urn:microsoft.com/office/officeart/2005/8/layout/vList2"/>
    <dgm:cxn modelId="{E76E132B-C516-459B-8A30-013A6A7FF5E6}" type="presParOf" srcId="{0B94F312-4041-445A-BC6A-C76F57135554}" destId="{211494EF-EDA3-4967-9CBB-1AC1D72D85A0}" srcOrd="2" destOrd="0" presId="urn:microsoft.com/office/officeart/2005/8/layout/vList2"/>
    <dgm:cxn modelId="{A87DEC5E-2289-43B5-9465-5CD13EA08AA3}" type="presParOf" srcId="{0B94F312-4041-445A-BC6A-C76F57135554}" destId="{18737B34-BB66-43E9-A116-697F53196CF7}" srcOrd="3" destOrd="0" presId="urn:microsoft.com/office/officeart/2005/8/layout/vList2"/>
    <dgm:cxn modelId="{A406A636-D689-4951-922C-5D968077B181}" type="presParOf" srcId="{0B94F312-4041-445A-BC6A-C76F57135554}" destId="{B7D5BEF9-A444-4D73-9FF5-1EFBCEA39414}" srcOrd="4" destOrd="0" presId="urn:microsoft.com/office/officeart/2005/8/layout/vList2"/>
    <dgm:cxn modelId="{3BF0C31A-F096-4B5B-B629-A6C4DCC44969}" type="presParOf" srcId="{0B94F312-4041-445A-BC6A-C76F57135554}" destId="{51E2A172-9821-4FF6-8DBE-8445393830A9}" srcOrd="5" destOrd="0" presId="urn:microsoft.com/office/officeart/2005/8/layout/vList2"/>
    <dgm:cxn modelId="{9F8F41D4-0947-498E-B908-3C8DAF0FFE28}" type="presParOf" srcId="{0B94F312-4041-445A-BC6A-C76F57135554}" destId="{AE778825-845E-4716-9F61-C9E318C8E436}" srcOrd="6" destOrd="0" presId="urn:microsoft.com/office/officeart/2005/8/layout/vList2"/>
    <dgm:cxn modelId="{3F92356A-CC96-47F2-834E-00E2D3CA4C07}" type="presParOf" srcId="{0B94F312-4041-445A-BC6A-C76F57135554}" destId="{E0194C95-736C-4853-A5C4-A5BC9D89FFDA}" srcOrd="7" destOrd="0" presId="urn:microsoft.com/office/officeart/2005/8/layout/vList2"/>
    <dgm:cxn modelId="{D0C7D8AD-4291-489F-91EB-1989FF25005E}" type="presParOf" srcId="{0B94F312-4041-445A-BC6A-C76F57135554}" destId="{FEB4A385-2FAD-4E13-8875-9EAABE26D42C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37F6CC-4CB6-4B15-90C0-91B8AB5A2ADC}">
      <dsp:nvSpPr>
        <dsp:cNvPr id="0" name=""/>
        <dsp:cNvSpPr/>
      </dsp:nvSpPr>
      <dsp:spPr>
        <a:xfrm>
          <a:off x="0" y="500"/>
          <a:ext cx="10706100" cy="1171333"/>
        </a:xfrm>
        <a:prstGeom prst="roundRect">
          <a:avLst>
            <a:gd name="adj" fmla="val 10000"/>
          </a:avLst>
        </a:prstGeom>
        <a:solidFill>
          <a:schemeClr val="tx1">
            <a:lumMod val="50000"/>
            <a:lumOff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17B668B-6CF7-48A2-85D7-0BCADA942516}">
      <dsp:nvSpPr>
        <dsp:cNvPr id="0" name=""/>
        <dsp:cNvSpPr/>
      </dsp:nvSpPr>
      <dsp:spPr>
        <a:xfrm>
          <a:off x="354328" y="264050"/>
          <a:ext cx="644233" cy="64423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AB1BD0-41D1-4155-973C-3659A7B519D6}">
      <dsp:nvSpPr>
        <dsp:cNvPr id="0" name=""/>
        <dsp:cNvSpPr/>
      </dsp:nvSpPr>
      <dsp:spPr>
        <a:xfrm>
          <a:off x="1352890" y="500"/>
          <a:ext cx="9353209" cy="1171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966" tIns="123966" rIns="123966" bIns="123966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500" kern="1200"/>
            <a:t>Создание списка всех контактов</a:t>
          </a:r>
          <a:endParaRPr lang="en-US" sz="2500" kern="1200"/>
        </a:p>
      </dsp:txBody>
      <dsp:txXfrm>
        <a:off x="1352890" y="500"/>
        <a:ext cx="9353209" cy="1171333"/>
      </dsp:txXfrm>
    </dsp:sp>
    <dsp:sp modelId="{7CE78D02-422E-4032-A60F-6930BF7ADDC5}">
      <dsp:nvSpPr>
        <dsp:cNvPr id="0" name=""/>
        <dsp:cNvSpPr/>
      </dsp:nvSpPr>
      <dsp:spPr>
        <a:xfrm>
          <a:off x="0" y="1464668"/>
          <a:ext cx="10706100" cy="1171333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2CED93-9DC2-4054-882E-24FA47B8C32C}">
      <dsp:nvSpPr>
        <dsp:cNvPr id="0" name=""/>
        <dsp:cNvSpPr/>
      </dsp:nvSpPr>
      <dsp:spPr>
        <a:xfrm>
          <a:off x="354328" y="1728218"/>
          <a:ext cx="644233" cy="64423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D0F6D6-669F-4EDD-ACB5-94795374C9B1}">
      <dsp:nvSpPr>
        <dsp:cNvPr id="0" name=""/>
        <dsp:cNvSpPr/>
      </dsp:nvSpPr>
      <dsp:spPr>
        <a:xfrm>
          <a:off x="1352890" y="1464668"/>
          <a:ext cx="9353209" cy="1171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966" tIns="123966" rIns="123966" bIns="123966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500" kern="1200" dirty="0"/>
            <a:t>Легкий доступ к информации</a:t>
          </a:r>
          <a:endParaRPr lang="en-US" sz="2500" kern="1200" dirty="0"/>
        </a:p>
      </dsp:txBody>
      <dsp:txXfrm>
        <a:off x="1352890" y="1464668"/>
        <a:ext cx="9353209" cy="1171333"/>
      </dsp:txXfrm>
    </dsp:sp>
    <dsp:sp modelId="{BFDD9CB5-04D0-4971-A195-AF66FFD411C6}">
      <dsp:nvSpPr>
        <dsp:cNvPr id="0" name=""/>
        <dsp:cNvSpPr/>
      </dsp:nvSpPr>
      <dsp:spPr>
        <a:xfrm>
          <a:off x="0" y="2928835"/>
          <a:ext cx="10706100" cy="1171333"/>
        </a:xfrm>
        <a:prstGeom prst="roundRect">
          <a:avLst>
            <a:gd name="adj" fmla="val 10000"/>
          </a:avLst>
        </a:prstGeom>
        <a:solidFill>
          <a:schemeClr val="tx1">
            <a:lumMod val="75000"/>
            <a:lumOff val="25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00C91D-6903-43D6-BFEB-68169A49DB4C}">
      <dsp:nvSpPr>
        <dsp:cNvPr id="0" name=""/>
        <dsp:cNvSpPr/>
      </dsp:nvSpPr>
      <dsp:spPr>
        <a:xfrm>
          <a:off x="354328" y="3192385"/>
          <a:ext cx="644233" cy="64423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0C1171-E93B-4354-B07A-10E3B8C0DB8E}">
      <dsp:nvSpPr>
        <dsp:cNvPr id="0" name=""/>
        <dsp:cNvSpPr/>
      </dsp:nvSpPr>
      <dsp:spPr>
        <a:xfrm>
          <a:off x="1352890" y="2928835"/>
          <a:ext cx="9353209" cy="1171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966" tIns="123966" rIns="123966" bIns="123966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500" kern="1200" dirty="0"/>
            <a:t>Редактирование списка</a:t>
          </a:r>
          <a:endParaRPr lang="en-US" sz="2500" kern="1200" dirty="0"/>
        </a:p>
      </dsp:txBody>
      <dsp:txXfrm>
        <a:off x="1352890" y="2928835"/>
        <a:ext cx="9353209" cy="117133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269CE4D-0571-4405-AAFB-821608BC0A49}">
      <dsp:nvSpPr>
        <dsp:cNvPr id="0" name=""/>
        <dsp:cNvSpPr/>
      </dsp:nvSpPr>
      <dsp:spPr>
        <a:xfrm>
          <a:off x="0" y="1907"/>
          <a:ext cx="6614592" cy="397800"/>
        </a:xfrm>
        <a:prstGeom prst="roundRect">
          <a:avLst/>
        </a:prstGeom>
        <a:gradFill rotWithShape="0">
          <a:gsLst>
            <a:gs pos="100000">
              <a:schemeClr val="tx1">
                <a:lumMod val="50000"/>
                <a:lumOff val="5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/>
            <a:t>Класс </a:t>
          </a:r>
          <a:r>
            <a:rPr lang="en-US" sz="1700" kern="1200" dirty="0"/>
            <a:t>Contact</a:t>
          </a:r>
          <a:endParaRPr lang="ru-RU" sz="1700" kern="1200" dirty="0"/>
        </a:p>
      </dsp:txBody>
      <dsp:txXfrm>
        <a:off x="19419" y="21326"/>
        <a:ext cx="6575754" cy="358962"/>
      </dsp:txXfrm>
    </dsp:sp>
    <dsp:sp modelId="{9CB4A412-6BA5-4B38-8DB8-6E120D92BE7A}">
      <dsp:nvSpPr>
        <dsp:cNvPr id="0" name=""/>
        <dsp:cNvSpPr/>
      </dsp:nvSpPr>
      <dsp:spPr>
        <a:xfrm>
          <a:off x="0" y="399707"/>
          <a:ext cx="6614592" cy="281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0013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ru-RU" sz="1300" kern="1200" dirty="0"/>
            <a:t>Принимает данные контакта</a:t>
          </a:r>
        </a:p>
      </dsp:txBody>
      <dsp:txXfrm>
        <a:off x="0" y="399707"/>
        <a:ext cx="6614592" cy="281520"/>
      </dsp:txXfrm>
    </dsp:sp>
    <dsp:sp modelId="{DCEB7B34-4161-4C66-BA4C-5D2D6D053319}">
      <dsp:nvSpPr>
        <dsp:cNvPr id="0" name=""/>
        <dsp:cNvSpPr/>
      </dsp:nvSpPr>
      <dsp:spPr>
        <a:xfrm>
          <a:off x="0" y="681227"/>
          <a:ext cx="6614592" cy="397800"/>
        </a:xfrm>
        <a:prstGeom prst="roundRect">
          <a:avLst/>
        </a:prstGeom>
        <a:gradFill rotWithShape="0">
          <a:gsLst>
            <a:gs pos="100000">
              <a:schemeClr val="tx1">
                <a:lumMod val="50000"/>
                <a:lumOff val="50000"/>
              </a:schemeClr>
            </a:gs>
            <a:gs pos="100000">
              <a:schemeClr val="tx1">
                <a:lumMod val="50000"/>
                <a:lumOff val="50000"/>
              </a:schemeClr>
            </a:gs>
            <a:gs pos="100000">
              <a:schemeClr val="accent5">
                <a:hueOff val="19008940"/>
                <a:satOff val="-26660"/>
                <a:lumOff val="-2746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/>
            <a:t>Класс </a:t>
          </a:r>
          <a:r>
            <a:rPr lang="en-US" sz="1700" kern="1200" dirty="0"/>
            <a:t>CheckInfo</a:t>
          </a:r>
          <a:endParaRPr lang="ru-RU" sz="1700" kern="1200" dirty="0"/>
        </a:p>
      </dsp:txBody>
      <dsp:txXfrm>
        <a:off x="19419" y="700646"/>
        <a:ext cx="6575754" cy="358962"/>
      </dsp:txXfrm>
    </dsp:sp>
    <dsp:sp modelId="{CE9A2287-59CE-403E-B5FA-8FBDCC9FDB39}">
      <dsp:nvSpPr>
        <dsp:cNvPr id="0" name=""/>
        <dsp:cNvSpPr/>
      </dsp:nvSpPr>
      <dsp:spPr>
        <a:xfrm>
          <a:off x="0" y="1079028"/>
          <a:ext cx="6614592" cy="281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0013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ru-RU" sz="1300" kern="1200" dirty="0"/>
            <a:t>Обрабатывает информацию полученную из класса выше</a:t>
          </a:r>
        </a:p>
      </dsp:txBody>
      <dsp:txXfrm>
        <a:off x="0" y="1079028"/>
        <a:ext cx="6614592" cy="28152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683776C-F00C-492E-9ED9-F7CF6B11033F}">
      <dsp:nvSpPr>
        <dsp:cNvPr id="0" name=""/>
        <dsp:cNvSpPr/>
      </dsp:nvSpPr>
      <dsp:spPr>
        <a:xfrm>
          <a:off x="0" y="131867"/>
          <a:ext cx="10691265" cy="795600"/>
        </a:xfrm>
        <a:prstGeom prst="roundRect">
          <a:avLst/>
        </a:prstGeom>
        <a:solidFill>
          <a:schemeClr val="tx1">
            <a:lumMod val="50000"/>
            <a:lumOff val="5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400" kern="1200"/>
            <a:t>Форма для заполнения данных</a:t>
          </a:r>
          <a:endParaRPr lang="en-US" sz="3400" kern="1200"/>
        </a:p>
      </dsp:txBody>
      <dsp:txXfrm>
        <a:off x="38838" y="170705"/>
        <a:ext cx="10613589" cy="717924"/>
      </dsp:txXfrm>
    </dsp:sp>
    <dsp:sp modelId="{53890F6F-0A81-43A3-A8B2-CA798165FF51}">
      <dsp:nvSpPr>
        <dsp:cNvPr id="0" name=""/>
        <dsp:cNvSpPr/>
      </dsp:nvSpPr>
      <dsp:spPr>
        <a:xfrm>
          <a:off x="0" y="1025387"/>
          <a:ext cx="10691265" cy="795600"/>
        </a:xfrm>
        <a:prstGeom prst="roundRect">
          <a:avLst/>
        </a:prstGeom>
        <a:solidFill>
          <a:schemeClr val="tx1">
            <a:lumMod val="65000"/>
            <a:lumOff val="3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400" kern="1200" dirty="0"/>
            <a:t>Функция сохранения данных в текстовый документ</a:t>
          </a:r>
          <a:endParaRPr lang="en-US" sz="3400" kern="1200" dirty="0"/>
        </a:p>
      </dsp:txBody>
      <dsp:txXfrm>
        <a:off x="38838" y="1064225"/>
        <a:ext cx="10613589" cy="717924"/>
      </dsp:txXfrm>
    </dsp:sp>
    <dsp:sp modelId="{3CCC2E23-C862-44F2-9128-C23CE857CE34}">
      <dsp:nvSpPr>
        <dsp:cNvPr id="0" name=""/>
        <dsp:cNvSpPr/>
      </dsp:nvSpPr>
      <dsp:spPr>
        <a:xfrm>
          <a:off x="0" y="1918908"/>
          <a:ext cx="10691265" cy="795600"/>
        </a:xfrm>
        <a:prstGeom prst="roundRect">
          <a:avLst/>
        </a:prstGeom>
        <a:solidFill>
          <a:schemeClr val="tx1">
            <a:lumMod val="75000"/>
            <a:lumOff val="2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400" kern="1200"/>
            <a:t>Форма с списком всех контактов</a:t>
          </a:r>
          <a:endParaRPr lang="en-US" sz="3400" kern="1200"/>
        </a:p>
      </dsp:txBody>
      <dsp:txXfrm>
        <a:off x="38838" y="1957746"/>
        <a:ext cx="10613589" cy="717924"/>
      </dsp:txXfrm>
    </dsp:sp>
    <dsp:sp modelId="{164CD195-A8E5-4863-97FF-EB5328630B49}">
      <dsp:nvSpPr>
        <dsp:cNvPr id="0" name=""/>
        <dsp:cNvSpPr/>
      </dsp:nvSpPr>
      <dsp:spPr>
        <a:xfrm>
          <a:off x="0" y="2812428"/>
          <a:ext cx="10691265" cy="795600"/>
        </a:xfrm>
        <a:prstGeom prst="roundRect">
          <a:avLst/>
        </a:prstGeom>
        <a:solidFill>
          <a:schemeClr val="tx1">
            <a:lumMod val="85000"/>
            <a:lumOff val="1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400" kern="1200"/>
            <a:t>Функция удаления ненужных контактов</a:t>
          </a:r>
          <a:endParaRPr lang="en-US" sz="3400" kern="1200"/>
        </a:p>
      </dsp:txBody>
      <dsp:txXfrm>
        <a:off x="38838" y="2851266"/>
        <a:ext cx="10613589" cy="71792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4A3AE79-3ECC-4B4A-9E46-D6A51653442F}">
      <dsp:nvSpPr>
        <dsp:cNvPr id="0" name=""/>
        <dsp:cNvSpPr/>
      </dsp:nvSpPr>
      <dsp:spPr>
        <a:xfrm>
          <a:off x="0" y="9644"/>
          <a:ext cx="6581776" cy="888030"/>
        </a:xfrm>
        <a:prstGeom prst="roundRect">
          <a:avLst/>
        </a:prstGeom>
        <a:solidFill>
          <a:schemeClr val="tx1">
            <a:lumMod val="50000"/>
            <a:lumOff val="5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300" kern="1200" dirty="0"/>
            <a:t>Улучшение механизма проверки вводимых пользователем данных.</a:t>
          </a:r>
          <a:endParaRPr lang="en-US" sz="2300" kern="1200" dirty="0"/>
        </a:p>
      </dsp:txBody>
      <dsp:txXfrm>
        <a:off x="43350" y="52994"/>
        <a:ext cx="6495076" cy="801330"/>
      </dsp:txXfrm>
    </dsp:sp>
    <dsp:sp modelId="{211494EF-EDA3-4967-9CBB-1AC1D72D85A0}">
      <dsp:nvSpPr>
        <dsp:cNvPr id="0" name=""/>
        <dsp:cNvSpPr/>
      </dsp:nvSpPr>
      <dsp:spPr>
        <a:xfrm>
          <a:off x="0" y="963914"/>
          <a:ext cx="6581776" cy="888030"/>
        </a:xfrm>
        <a:prstGeom prst="roundRect">
          <a:avLst/>
        </a:prstGeom>
        <a:solidFill>
          <a:schemeClr val="tx1">
            <a:lumMod val="65000"/>
            <a:lumOff val="3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300" kern="1200"/>
            <a:t>Реализация возможности прикрепления заметок к каждому контакту.</a:t>
          </a:r>
          <a:endParaRPr lang="en-US" sz="2300" kern="1200"/>
        </a:p>
      </dsp:txBody>
      <dsp:txXfrm>
        <a:off x="43350" y="1007264"/>
        <a:ext cx="6495076" cy="801330"/>
      </dsp:txXfrm>
    </dsp:sp>
    <dsp:sp modelId="{B7D5BEF9-A444-4D73-9FF5-1EFBCEA39414}">
      <dsp:nvSpPr>
        <dsp:cNvPr id="0" name=""/>
        <dsp:cNvSpPr/>
      </dsp:nvSpPr>
      <dsp:spPr>
        <a:xfrm>
          <a:off x="0" y="1918184"/>
          <a:ext cx="6581776" cy="888030"/>
        </a:xfrm>
        <a:prstGeom prst="roundRect">
          <a:avLst/>
        </a:prstGeom>
        <a:solidFill>
          <a:schemeClr val="tx1">
            <a:lumMod val="75000"/>
            <a:lumOff val="2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300" kern="1200"/>
            <a:t>Расширение функционала за счет возможности редактирования контактов.</a:t>
          </a:r>
          <a:endParaRPr lang="en-US" sz="2300" kern="1200"/>
        </a:p>
      </dsp:txBody>
      <dsp:txXfrm>
        <a:off x="43350" y="1961534"/>
        <a:ext cx="6495076" cy="801330"/>
      </dsp:txXfrm>
    </dsp:sp>
    <dsp:sp modelId="{AE778825-845E-4716-9F61-C9E318C8E436}">
      <dsp:nvSpPr>
        <dsp:cNvPr id="0" name=""/>
        <dsp:cNvSpPr/>
      </dsp:nvSpPr>
      <dsp:spPr>
        <a:xfrm>
          <a:off x="0" y="2872454"/>
          <a:ext cx="6581776" cy="888030"/>
        </a:xfrm>
        <a:prstGeom prst="roundRect">
          <a:avLst/>
        </a:prstGeom>
        <a:solidFill>
          <a:schemeClr val="tx1">
            <a:lumMod val="85000"/>
            <a:lumOff val="1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300" kern="1200"/>
            <a:t>Улучшение пользовательского интерфейса для более удобного использования приложения.</a:t>
          </a:r>
          <a:endParaRPr lang="en-US" sz="2300" kern="1200"/>
        </a:p>
      </dsp:txBody>
      <dsp:txXfrm>
        <a:off x="43350" y="2915804"/>
        <a:ext cx="6495076" cy="801330"/>
      </dsp:txXfrm>
    </dsp:sp>
    <dsp:sp modelId="{FEB4A385-2FAD-4E13-8875-9EAABE26D42C}">
      <dsp:nvSpPr>
        <dsp:cNvPr id="0" name=""/>
        <dsp:cNvSpPr/>
      </dsp:nvSpPr>
      <dsp:spPr>
        <a:xfrm>
          <a:off x="0" y="3826725"/>
          <a:ext cx="6581776" cy="888030"/>
        </a:xfrm>
        <a:prstGeom prst="roundRect">
          <a:avLst/>
        </a:prstGeom>
        <a:solidFill>
          <a:schemeClr val="tx1">
            <a:lumMod val="95000"/>
            <a:lumOff val="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300" kern="1200"/>
            <a:t>Добавление функции группировки контактов по категориям.</a:t>
          </a:r>
          <a:endParaRPr lang="en-US" sz="2300" kern="1200"/>
        </a:p>
      </dsp:txBody>
      <dsp:txXfrm>
        <a:off x="43350" y="3870075"/>
        <a:ext cx="6495076" cy="80133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184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971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964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674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6/29/2026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849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6/29/2026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051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6/29/2026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858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6914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2484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041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8024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8272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2" r:id="rId1"/>
    <p:sldLayoutId id="2147483743" r:id="rId2"/>
    <p:sldLayoutId id="2147483744" r:id="rId3"/>
    <p:sldLayoutId id="2147483745" r:id="rId4"/>
    <p:sldLayoutId id="2147483746" r:id="rId5"/>
    <p:sldLayoutId id="2147483740" r:id="rId6"/>
    <p:sldLayoutId id="2147483736" r:id="rId7"/>
    <p:sldLayoutId id="2147483737" r:id="rId8"/>
    <p:sldLayoutId id="2147483738" r:id="rId9"/>
    <p:sldLayoutId id="2147483739" r:id="rId10"/>
    <p:sldLayoutId id="214748374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DEF92653-5D6D-47E6-8744-0DAF76E04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A71B6B-3F4E-1330-9157-CD24BD8851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8426" y="889820"/>
            <a:ext cx="9068889" cy="3598606"/>
          </a:xfrm>
        </p:spPr>
        <p:txBody>
          <a:bodyPr>
            <a:normAutofit/>
          </a:bodyPr>
          <a:lstStyle/>
          <a:p>
            <a:r>
              <a:rPr lang="ru-RU" sz="8000"/>
              <a:t>Список контактов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BDEF7CB-FDD1-0848-C5C5-4621B873B8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>
            <a:normAutofit/>
          </a:bodyPr>
          <a:lstStyle/>
          <a:p>
            <a:r>
              <a:rPr lang="ru-RU" sz="2400"/>
              <a:t>Газаев Эмиль Бадриевич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1A926A9-9B62-48DD-A56E-C2E86029C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1D0CB6C-6FF5-4985-B4B9-2C276BBBFE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928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AEF94F-DD18-6544-1D0D-0C5E3BA3C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5494684"/>
            <a:ext cx="10725912" cy="756996"/>
          </a:xfrm>
        </p:spPr>
        <p:txBody>
          <a:bodyPr>
            <a:normAutofit/>
          </a:bodyPr>
          <a:lstStyle/>
          <a:p>
            <a:r>
              <a:rPr lang="ru-RU" dirty="0"/>
              <a:t>Задача приложения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BB96FAB-CCBF-4D1E-9D0D-B038ACC2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5308600"/>
            <a:ext cx="105791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Объект 8">
            <a:extLst>
              <a:ext uri="{FF2B5EF4-FFF2-40B4-BE49-F238E27FC236}">
                <a16:creationId xmlns:a16="http://schemas.microsoft.com/office/drawing/2014/main" id="{D6CD6339-C2F2-1236-56D2-08DA709CB3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39915884"/>
              </p:ext>
            </p:extLst>
          </p:nvPr>
        </p:nvGraphicFramePr>
        <p:xfrm>
          <a:off x="723900" y="761999"/>
          <a:ext cx="10706100" cy="41006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344861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5FC637-335E-B17C-7BFE-6AB592170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9" y="914400"/>
            <a:ext cx="3453844" cy="1463040"/>
          </a:xfrm>
        </p:spPr>
        <p:txBody>
          <a:bodyPr anchor="t">
            <a:normAutofit/>
          </a:bodyPr>
          <a:lstStyle/>
          <a:p>
            <a:r>
              <a:rPr lang="ru-RU" dirty="0"/>
              <a:t>Основа приложения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7C10D4C-8DED-200E-3237-3345F3F2A1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Объект 16">
            <a:extLst>
              <a:ext uri="{FF2B5EF4-FFF2-40B4-BE49-F238E27FC236}">
                <a16:creationId xmlns:a16="http://schemas.microsoft.com/office/drawing/2014/main" id="{68880D7E-1F1B-4584-A1AC-33136774DE7D}"/>
              </a:ext>
            </a:extLst>
          </p:cNvPr>
          <p:cNvSpPr>
            <a:spLocks noGrp="1"/>
          </p:cNvSpPr>
          <p:nvPr>
            <p:ph sz="quarter" idx="4294967295"/>
          </p:nvPr>
        </p:nvSpPr>
        <p:spPr>
          <a:xfrm>
            <a:off x="6980238" y="2443163"/>
            <a:ext cx="5211762" cy="3519487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>
              <a:solidFill>
                <a:schemeClr val="bg1"/>
              </a:solidFill>
            </a:endParaRPr>
          </a:p>
          <a:p>
            <a:endParaRPr lang="ru-RU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8F7F80F-9EDD-0EEA-B6D7-E116EBA4FA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2497143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Объект 5">
            <a:extLst>
              <a:ext uri="{FF2B5EF4-FFF2-40B4-BE49-F238E27FC236}">
                <a16:creationId xmlns:a16="http://schemas.microsoft.com/office/drawing/2014/main" id="{597E818F-9499-416F-DE42-104C19D7F5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41775628"/>
              </p:ext>
            </p:extLst>
          </p:nvPr>
        </p:nvGraphicFramePr>
        <p:xfrm>
          <a:off x="4862022" y="1014984"/>
          <a:ext cx="6614593" cy="13624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18" name="Таблица 18">
            <a:extLst>
              <a:ext uri="{FF2B5EF4-FFF2-40B4-BE49-F238E27FC236}">
                <a16:creationId xmlns:a16="http://schemas.microsoft.com/office/drawing/2014/main" id="{F97D69FF-5A26-FB6B-27F8-0CCC148D7E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70735"/>
              </p:ext>
            </p:extLst>
          </p:nvPr>
        </p:nvGraphicFramePr>
        <p:xfrm>
          <a:off x="804672" y="3760393"/>
          <a:ext cx="3986402" cy="465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86402">
                  <a:extLst>
                    <a:ext uri="{9D8B030D-6E8A-4147-A177-3AD203B41FA5}">
                      <a16:colId xmlns:a16="http://schemas.microsoft.com/office/drawing/2014/main" val="3292580476"/>
                    </a:ext>
                  </a:extLst>
                </a:gridCol>
              </a:tblGrid>
              <a:tr h="465372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Имя, фамилия, телефон контакта</a:t>
                      </a:r>
                    </a:p>
                  </a:txBody>
                  <a:tcP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6894210"/>
                  </a:ext>
                </a:extLst>
              </a:tr>
            </a:tbl>
          </a:graphicData>
        </a:graphic>
      </p:graphicFrame>
      <p:graphicFrame>
        <p:nvGraphicFramePr>
          <p:cNvPr id="19" name="Таблица 19">
            <a:extLst>
              <a:ext uri="{FF2B5EF4-FFF2-40B4-BE49-F238E27FC236}">
                <a16:creationId xmlns:a16="http://schemas.microsoft.com/office/drawing/2014/main" id="{AC3ABBB7-C816-DD76-D1EF-E51461ED44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3663918"/>
              </p:ext>
            </p:extLst>
          </p:nvPr>
        </p:nvGraphicFramePr>
        <p:xfrm>
          <a:off x="7400926" y="3760392"/>
          <a:ext cx="3986402" cy="465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86402">
                  <a:extLst>
                    <a:ext uri="{9D8B030D-6E8A-4147-A177-3AD203B41FA5}">
                      <a16:colId xmlns:a16="http://schemas.microsoft.com/office/drawing/2014/main" val="2660008086"/>
                    </a:ext>
                  </a:extLst>
                </a:gridCol>
              </a:tblGrid>
              <a:tr h="465372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Сохранение данных контакта</a:t>
                      </a:r>
                    </a:p>
                  </a:txBody>
                  <a:tcP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2505196"/>
                  </a:ext>
                </a:extLst>
              </a:tr>
            </a:tbl>
          </a:graphicData>
        </a:graphic>
      </p:graphicFrame>
      <p:graphicFrame>
        <p:nvGraphicFramePr>
          <p:cNvPr id="20" name="Таблица 20">
            <a:extLst>
              <a:ext uri="{FF2B5EF4-FFF2-40B4-BE49-F238E27FC236}">
                <a16:creationId xmlns:a16="http://schemas.microsoft.com/office/drawing/2014/main" id="{F43C96D6-4ECA-C31C-1AE0-916BE0478B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838337"/>
              </p:ext>
            </p:extLst>
          </p:nvPr>
        </p:nvGraphicFramePr>
        <p:xfrm>
          <a:off x="2066734" y="3112890"/>
          <a:ext cx="146227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2278">
                  <a:extLst>
                    <a:ext uri="{9D8B030D-6E8A-4147-A177-3AD203B41FA5}">
                      <a16:colId xmlns:a16="http://schemas.microsoft.com/office/drawing/2014/main" val="11071787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Contact</a:t>
                      </a:r>
                      <a:endParaRPr lang="ru-RU" dirty="0"/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0897161"/>
                  </a:ext>
                </a:extLst>
              </a:tr>
            </a:tbl>
          </a:graphicData>
        </a:graphic>
      </p:graphicFrame>
      <p:graphicFrame>
        <p:nvGraphicFramePr>
          <p:cNvPr id="21" name="Таблица 22">
            <a:extLst>
              <a:ext uri="{FF2B5EF4-FFF2-40B4-BE49-F238E27FC236}">
                <a16:creationId xmlns:a16="http://schemas.microsoft.com/office/drawing/2014/main" id="{0D259DF4-7E49-7A97-76F0-E872CAB5D5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1519623"/>
              </p:ext>
            </p:extLst>
          </p:nvPr>
        </p:nvGraphicFramePr>
        <p:xfrm>
          <a:off x="8854980" y="3176034"/>
          <a:ext cx="146227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2278">
                  <a:extLst>
                    <a:ext uri="{9D8B030D-6E8A-4147-A177-3AD203B41FA5}">
                      <a16:colId xmlns:a16="http://schemas.microsoft.com/office/drawing/2014/main" val="24362099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CheckInfo</a:t>
                      </a:r>
                      <a:endParaRPr lang="ru-RU" dirty="0"/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4562974"/>
                  </a:ext>
                </a:extLst>
              </a:tr>
            </a:tbl>
          </a:graphicData>
        </a:graphic>
      </p:graphicFrame>
      <p:graphicFrame>
        <p:nvGraphicFramePr>
          <p:cNvPr id="23" name="Таблица 24">
            <a:extLst>
              <a:ext uri="{FF2B5EF4-FFF2-40B4-BE49-F238E27FC236}">
                <a16:creationId xmlns:a16="http://schemas.microsoft.com/office/drawing/2014/main" id="{840E39AC-0CC4-1012-BC6E-2B90FDFA46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165087"/>
              </p:ext>
            </p:extLst>
          </p:nvPr>
        </p:nvGraphicFramePr>
        <p:xfrm>
          <a:off x="7400926" y="4474936"/>
          <a:ext cx="3986402" cy="4653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86402">
                  <a:extLst>
                    <a:ext uri="{9D8B030D-6E8A-4147-A177-3AD203B41FA5}">
                      <a16:colId xmlns:a16="http://schemas.microsoft.com/office/drawing/2014/main" val="823121612"/>
                    </a:ext>
                  </a:extLst>
                </a:gridCol>
              </a:tblGrid>
              <a:tr h="465371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Удаление данных контакта</a:t>
                      </a:r>
                    </a:p>
                  </a:txBody>
                  <a:tcP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06013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438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9930D9-8D89-350F-D14C-833DCB147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Пользователю представлены</a:t>
            </a:r>
          </a:p>
        </p:txBody>
      </p:sp>
      <p:graphicFrame>
        <p:nvGraphicFramePr>
          <p:cNvPr id="7" name="Объект 2">
            <a:extLst>
              <a:ext uri="{FF2B5EF4-FFF2-40B4-BE49-F238E27FC236}">
                <a16:creationId xmlns:a16="http://schemas.microsoft.com/office/drawing/2014/main" id="{3B3FFE4C-6421-B27A-286A-2D5B2AB7A08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5336978"/>
              </p:ext>
            </p:extLst>
          </p:nvPr>
        </p:nvGraphicFramePr>
        <p:xfrm>
          <a:off x="700635" y="2221992"/>
          <a:ext cx="10691265" cy="37398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25307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85B4AA-5268-BC5E-E3E6-7B9DB3044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660776" cy="4404064"/>
          </a:xfrm>
        </p:spPr>
        <p:txBody>
          <a:bodyPr>
            <a:normAutofit/>
          </a:bodyPr>
          <a:lstStyle/>
          <a:p>
            <a:r>
              <a:rPr lang="ru-RU" dirty="0"/>
              <a:t>Идеи на будущее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75B4F83-6FDB-4998-8E11-31CE6E704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0794B99-5B9D-4B94-9505-1EDED76CD6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Объект 2">
            <a:extLst>
              <a:ext uri="{FF2B5EF4-FFF2-40B4-BE49-F238E27FC236}">
                <a16:creationId xmlns:a16="http://schemas.microsoft.com/office/drawing/2014/main" id="{6AE0F337-A4DD-809F-7771-085FFE57B1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01087062"/>
              </p:ext>
            </p:extLst>
          </p:nvPr>
        </p:nvGraphicFramePr>
        <p:xfrm>
          <a:off x="4876800" y="1066801"/>
          <a:ext cx="6581776" cy="4724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70229712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61</TotalTime>
  <Words>109</Words>
  <Application>Microsoft Office PowerPoint</Application>
  <PresentationFormat>Широкоэкранный</PresentationFormat>
  <Paragraphs>29</Paragraphs>
  <Slides>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9" baseType="lpstr">
      <vt:lpstr>Arial</vt:lpstr>
      <vt:lpstr>Calisto MT</vt:lpstr>
      <vt:lpstr>Univers Condensed</vt:lpstr>
      <vt:lpstr>ChronicleVTI</vt:lpstr>
      <vt:lpstr>Список контактов</vt:lpstr>
      <vt:lpstr>Задача приложения</vt:lpstr>
      <vt:lpstr>Основа приложения</vt:lpstr>
      <vt:lpstr>Пользователю представлены</vt:lpstr>
      <vt:lpstr>Идеи на будущее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Список контактов</dc:title>
  <dc:creator>Emil Gazaev</dc:creator>
  <cp:lastModifiedBy>Emil Gazaev</cp:lastModifiedBy>
  <cp:revision>1</cp:revision>
  <dcterms:created xsi:type="dcterms:W3CDTF">2026-06-29T18:45:58Z</dcterms:created>
  <dcterms:modified xsi:type="dcterms:W3CDTF">2026-06-29T19:46:59Z</dcterms:modified>
</cp:coreProperties>
</file>