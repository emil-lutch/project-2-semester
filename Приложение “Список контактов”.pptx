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e3ccf22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e3ccf22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fe3ccf22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fe3ccf22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fe3ccf22c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fe3ccf22c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fe3ccf22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fe3ccf22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e3ccf22c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fe3ccf22c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gradFill>
          <a:gsLst>
            <a:gs pos="0">
              <a:srgbClr val="515151"/>
            </a:gs>
            <a:gs pos="100000">
              <a:srgbClr val="10101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26725" y="124350"/>
            <a:ext cx="6497100" cy="17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Приложение “Список контактов”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64475" y="1684025"/>
            <a:ext cx="4821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Газаев Эмиль Бадриевич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 flipH="1">
            <a:off x="6643500" y="534100"/>
            <a:ext cx="2500500" cy="46095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7325" y="2655900"/>
            <a:ext cx="6636000" cy="24876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48275" y="1088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Зачем оно?</a:t>
            </a:r>
            <a:endParaRPr sz="30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660850"/>
            <a:ext cx="8520600" cy="29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приложение создано для хранения контактов пользователя. Человек может просматривать их список, добавлять новые и удалять ненужные контакты. Оно помогает легко найти нужный вам контакт и обновлять их при </a:t>
            </a:r>
            <a:r>
              <a:rPr lang="ru"/>
              <a:t>необходимости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			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flipH="1" rot="10800000">
            <a:off x="7325" y="7425"/>
            <a:ext cx="9174900" cy="11559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 flipH="1">
            <a:off x="7350" y="3870425"/>
            <a:ext cx="9144000" cy="12732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674225"/>
            <a:ext cx="8520600" cy="13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6000"/>
              <a:t>Реализация</a:t>
            </a:r>
            <a:endParaRPr sz="60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21475" y="3885050"/>
            <a:ext cx="85206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960100" y="2444225"/>
            <a:ext cx="6394500" cy="539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894500" y="-1179425"/>
            <a:ext cx="2389500" cy="2326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2194950" y="-2126825"/>
            <a:ext cx="4426500" cy="422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-760950" y="4411925"/>
            <a:ext cx="1558500" cy="145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форма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Перед пользователем 3 textBox, в которые он должен ввести соответствующую информацию(имя, фамилия, номер).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После заполнения полей нажатием на кнопку “Добавить” контакт будет успешно сохранен в текстовый документ при правильном заполнении и пользователь будет направлен на вторую форму.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Пользователь может в любое время перейти во вторую форму без выполнений действий выше, используя кнопку “Список контактов”.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 flipH="1">
            <a:off x="8245800" y="3650925"/>
            <a:ext cx="892500" cy="14928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 rot="10800000">
            <a:off x="7740900" y="-75"/>
            <a:ext cx="1397400" cy="36510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Вторая форма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525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После верного выполнения действий на прошлой форме  или по нажатию кнопки пользователь попадает на вторую форму, где он получает доступ к всему списку контактов и возможности его редактировать.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 flipH="1">
            <a:off x="1646100" y="0"/>
            <a:ext cx="7497900" cy="51435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14625" y="3511925"/>
            <a:ext cx="1624200" cy="16317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1063800" y="1280375"/>
            <a:ext cx="701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2"/>
                </a:solidFill>
              </a:rPr>
              <a:t>Спасибо за внимание!</a:t>
            </a:r>
            <a:endParaRPr sz="4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